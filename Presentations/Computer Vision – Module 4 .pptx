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76" r:id="rId3"/>
    <p:sldId id="265" r:id="rId4"/>
    <p:sldId id="277" r:id="rId5"/>
    <p:sldId id="278" r:id="rId6"/>
    <p:sldId id="280" r:id="rId7"/>
    <p:sldId id="354" r:id="rId8"/>
    <p:sldId id="281" r:id="rId9"/>
    <p:sldId id="282" r:id="rId10"/>
    <p:sldId id="283" r:id="rId11"/>
    <p:sldId id="284" r:id="rId12"/>
    <p:sldId id="285" r:id="rId13"/>
    <p:sldId id="355" r:id="rId14"/>
    <p:sldId id="356" r:id="rId15"/>
    <p:sldId id="357" r:id="rId16"/>
    <p:sldId id="358" r:id="rId17"/>
    <p:sldId id="359" r:id="rId18"/>
    <p:sldId id="360" r:id="rId19"/>
    <p:sldId id="361" r:id="rId20"/>
    <p:sldId id="362" r:id="rId21"/>
    <p:sldId id="363" r:id="rId22"/>
    <p:sldId id="364" r:id="rId23"/>
    <p:sldId id="366" r:id="rId24"/>
    <p:sldId id="365" r:id="rId25"/>
    <p:sldId id="367" r:id="rId26"/>
    <p:sldId id="368" r:id="rId27"/>
    <p:sldId id="369" r:id="rId28"/>
    <p:sldId id="370" r:id="rId29"/>
    <p:sldId id="371" r:id="rId30"/>
    <p:sldId id="372" r:id="rId31"/>
    <p:sldId id="373" r:id="rId32"/>
    <p:sldId id="37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12B0D-43A0-494E-A4D4-1828271DDC57}" v="180" dt="2026-02-04T08:29:24.9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95" d="100"/>
          <a:sy n="95" d="100"/>
        </p:scale>
        <p:origin x="163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modSld sldOrd">
      <pc:chgData name="Sreejith Rajan" userId="ec11bca0e4bee75f" providerId="LiveId" clId="{7B4F392D-EAB3-4CE7-903E-F84869825F47}" dt="2026-02-04T13:28:34.480" v="2087" actId="14100"/>
      <pc:docMkLst>
        <pc:docMk/>
      </pc:docMkLst>
      <pc:sldChg chg="modSp mod">
        <pc:chgData name="Sreejith Rajan" userId="ec11bca0e4bee75f" providerId="LiveId" clId="{7B4F392D-EAB3-4CE7-903E-F84869825F47}" dt="2026-02-04T07:59:58.753" v="1725" actId="6549"/>
        <pc:sldMkLst>
          <pc:docMk/>
          <pc:sldMk cId="242453831" sldId="256"/>
        </pc:sldMkLst>
        <pc:spChg chg="mod">
          <ac:chgData name="Sreejith Rajan" userId="ec11bca0e4bee75f" providerId="LiveId" clId="{7B4F392D-EAB3-4CE7-903E-F84869825F47}" dt="2026-02-04T07:59:58.753" v="1725" actId="6549"/>
          <ac:spMkLst>
            <pc:docMk/>
            <pc:sldMk cId="242453831" sldId="256"/>
            <ac:spMk id="3" creationId="{00000000-0000-0000-0000-000000000000}"/>
          </ac:spMkLst>
        </pc:spChg>
      </pc:sldChg>
      <pc:sldChg chg="modSp mod">
        <pc:chgData name="Sreejith Rajan" userId="ec11bca0e4bee75f" providerId="LiveId" clId="{7B4F392D-EAB3-4CE7-903E-F84869825F47}" dt="2026-01-28T11:14:32.433" v="381" actId="113"/>
        <pc:sldMkLst>
          <pc:docMk/>
          <pc:sldMk cId="2949394097" sldId="277"/>
        </pc:sldMkLst>
        <pc:spChg chg="mod">
          <ac:chgData name="Sreejith Rajan" userId="ec11bca0e4bee75f" providerId="LiveId" clId="{7B4F392D-EAB3-4CE7-903E-F84869825F47}" dt="2026-01-28T11:14:32.433" v="381" actId="113"/>
          <ac:spMkLst>
            <pc:docMk/>
            <pc:sldMk cId="2949394097" sldId="277"/>
            <ac:spMk id="3" creationId="{969F247C-BC93-52DB-77E7-71348FF77D03}"/>
          </ac:spMkLst>
        </pc:spChg>
      </pc:sldChg>
      <pc:sldChg chg="addSp delSp modSp new mod">
        <pc:chgData name="Sreejith Rajan" userId="ec11bca0e4bee75f" providerId="LiveId" clId="{7B4F392D-EAB3-4CE7-903E-F84869825F47}" dt="2026-01-28T11:07:09.576" v="299" actId="20577"/>
        <pc:sldMkLst>
          <pc:docMk/>
          <pc:sldMk cId="577398395" sldId="281"/>
        </pc:sldMkLst>
        <pc:spChg chg="mod">
          <ac:chgData name="Sreejith Rajan" userId="ec11bca0e4bee75f" providerId="LiveId" clId="{7B4F392D-EAB3-4CE7-903E-F84869825F47}" dt="2026-01-28T11:00:10.388" v="32" actId="20577"/>
          <ac:spMkLst>
            <pc:docMk/>
            <pc:sldMk cId="577398395" sldId="281"/>
            <ac:spMk id="2" creationId="{16B3C73F-CDA9-DD6C-267F-97D502340C6E}"/>
          </ac:spMkLst>
        </pc:spChg>
        <pc:spChg chg="add del mod">
          <ac:chgData name="Sreejith Rajan" userId="ec11bca0e4bee75f" providerId="LiveId" clId="{7B4F392D-EAB3-4CE7-903E-F84869825F47}" dt="2026-01-28T11:07:09.576" v="299" actId="20577"/>
          <ac:spMkLst>
            <pc:docMk/>
            <pc:sldMk cId="577398395" sldId="281"/>
            <ac:spMk id="3" creationId="{91DC38E5-E1BA-BDBA-3A7D-013F812C149C}"/>
          </ac:spMkLst>
        </pc:spChg>
      </pc:sldChg>
      <pc:sldChg chg="modSp add mod">
        <pc:chgData name="Sreejith Rajan" userId="ec11bca0e4bee75f" providerId="LiveId" clId="{7B4F392D-EAB3-4CE7-903E-F84869825F47}" dt="2026-01-28T11:12:20.889" v="380" actId="20577"/>
        <pc:sldMkLst>
          <pc:docMk/>
          <pc:sldMk cId="496715533" sldId="282"/>
        </pc:sldMkLst>
        <pc:spChg chg="mod">
          <ac:chgData name="Sreejith Rajan" userId="ec11bca0e4bee75f" providerId="LiveId" clId="{7B4F392D-EAB3-4CE7-903E-F84869825F47}" dt="2026-01-28T11:10:43.259" v="338" actId="20577"/>
          <ac:spMkLst>
            <pc:docMk/>
            <pc:sldMk cId="496715533" sldId="282"/>
            <ac:spMk id="2" creationId="{79F203E6-B395-60BD-8553-7869DA7569D3}"/>
          </ac:spMkLst>
        </pc:spChg>
        <pc:spChg chg="mod">
          <ac:chgData name="Sreejith Rajan" userId="ec11bca0e4bee75f" providerId="LiveId" clId="{7B4F392D-EAB3-4CE7-903E-F84869825F47}" dt="2026-01-28T11:12:20.889" v="380" actId="20577"/>
          <ac:spMkLst>
            <pc:docMk/>
            <pc:sldMk cId="496715533" sldId="282"/>
            <ac:spMk id="3" creationId="{31E74F7A-C7FB-FC2F-19AE-479543AA5FF5}"/>
          </ac:spMkLst>
        </pc:spChg>
      </pc:sldChg>
      <pc:sldChg chg="addSp delSp modSp new mod">
        <pc:chgData name="Sreejith Rajan" userId="ec11bca0e4bee75f" providerId="LiveId" clId="{7B4F392D-EAB3-4CE7-903E-F84869825F47}" dt="2026-01-28T12:29:00.098" v="454" actId="1076"/>
        <pc:sldMkLst>
          <pc:docMk/>
          <pc:sldMk cId="3476075454" sldId="283"/>
        </pc:sldMkLst>
        <pc:spChg chg="mod">
          <ac:chgData name="Sreejith Rajan" userId="ec11bca0e4bee75f" providerId="LiveId" clId="{7B4F392D-EAB3-4CE7-903E-F84869825F47}" dt="2026-01-28T12:28:41.328" v="449" actId="20577"/>
          <ac:spMkLst>
            <pc:docMk/>
            <pc:sldMk cId="3476075454" sldId="283"/>
            <ac:spMk id="2" creationId="{A07D470A-F35B-E369-AE37-3E931EF4B4DC}"/>
          </ac:spMkLst>
        </pc:spChg>
        <pc:picChg chg="add mod">
          <ac:chgData name="Sreejith Rajan" userId="ec11bca0e4bee75f" providerId="LiveId" clId="{7B4F392D-EAB3-4CE7-903E-F84869825F47}" dt="2026-01-28T12:29:00.098" v="454" actId="1076"/>
          <ac:picMkLst>
            <pc:docMk/>
            <pc:sldMk cId="3476075454" sldId="283"/>
            <ac:picMk id="5" creationId="{F66F1145-C370-6EFA-C993-F57E3245DDB2}"/>
          </ac:picMkLst>
        </pc:picChg>
      </pc:sldChg>
      <pc:sldChg chg="modSp new mod">
        <pc:chgData name="Sreejith Rajan" userId="ec11bca0e4bee75f" providerId="LiveId" clId="{7B4F392D-EAB3-4CE7-903E-F84869825F47}" dt="2026-01-29T08:26:13.028" v="673" actId="20577"/>
        <pc:sldMkLst>
          <pc:docMk/>
          <pc:sldMk cId="1078901978" sldId="284"/>
        </pc:sldMkLst>
        <pc:spChg chg="mod">
          <ac:chgData name="Sreejith Rajan" userId="ec11bca0e4bee75f" providerId="LiveId" clId="{7B4F392D-EAB3-4CE7-903E-F84869825F47}" dt="2026-01-29T08:22:49.645" v="507" actId="20577"/>
          <ac:spMkLst>
            <pc:docMk/>
            <pc:sldMk cId="1078901978" sldId="284"/>
            <ac:spMk id="2" creationId="{DB86669E-BD96-D32E-B9BA-7F8E7841B0C9}"/>
          </ac:spMkLst>
        </pc:spChg>
        <pc:spChg chg="mod">
          <ac:chgData name="Sreejith Rajan" userId="ec11bca0e4bee75f" providerId="LiveId" clId="{7B4F392D-EAB3-4CE7-903E-F84869825F47}" dt="2026-01-29T08:26:13.028" v="673" actId="20577"/>
          <ac:spMkLst>
            <pc:docMk/>
            <pc:sldMk cId="1078901978" sldId="284"/>
            <ac:spMk id="3" creationId="{694A62D9-96EA-6D70-E1BD-2206E6FA391A}"/>
          </ac:spMkLst>
        </pc:spChg>
      </pc:sldChg>
      <pc:sldChg chg="addSp delSp modSp new mod">
        <pc:chgData name="Sreejith Rajan" userId="ec11bca0e4bee75f" providerId="LiveId" clId="{7B4F392D-EAB3-4CE7-903E-F84869825F47}" dt="2026-01-29T08:31:47.847" v="819" actId="20577"/>
        <pc:sldMkLst>
          <pc:docMk/>
          <pc:sldMk cId="4118352869" sldId="285"/>
        </pc:sldMkLst>
        <pc:spChg chg="mod">
          <ac:chgData name="Sreejith Rajan" userId="ec11bca0e4bee75f" providerId="LiveId" clId="{7B4F392D-EAB3-4CE7-903E-F84869825F47}" dt="2026-01-29T08:26:29.235" v="688" actId="20577"/>
          <ac:spMkLst>
            <pc:docMk/>
            <pc:sldMk cId="4118352869" sldId="285"/>
            <ac:spMk id="2" creationId="{57EE5E69-DBB8-9A84-901B-F8902586ED84}"/>
          </ac:spMkLst>
        </pc:spChg>
        <pc:spChg chg="add del mod">
          <ac:chgData name="Sreejith Rajan" userId="ec11bca0e4bee75f" providerId="LiveId" clId="{7B4F392D-EAB3-4CE7-903E-F84869825F47}" dt="2026-01-29T08:31:47.847" v="819" actId="20577"/>
          <ac:spMkLst>
            <pc:docMk/>
            <pc:sldMk cId="4118352869" sldId="285"/>
            <ac:spMk id="3" creationId="{5207A0A3-2CAD-9B82-BB0A-D31121435AF1}"/>
          </ac:spMkLst>
        </pc:spChg>
        <pc:picChg chg="add mod">
          <ac:chgData name="Sreejith Rajan" userId="ec11bca0e4bee75f" providerId="LiveId" clId="{7B4F392D-EAB3-4CE7-903E-F84869825F47}" dt="2026-01-29T08:29:21.543" v="718" actId="1076"/>
          <ac:picMkLst>
            <pc:docMk/>
            <pc:sldMk cId="4118352869" sldId="285"/>
            <ac:picMk id="6" creationId="{FF939A5D-87AE-E08F-A0EB-2A792D733730}"/>
          </ac:picMkLst>
        </pc:picChg>
        <pc:picChg chg="add mod modCrop">
          <ac:chgData name="Sreejith Rajan" userId="ec11bca0e4bee75f" providerId="LiveId" clId="{7B4F392D-EAB3-4CE7-903E-F84869825F47}" dt="2026-01-29T08:30:23.703" v="726" actId="14100"/>
          <ac:picMkLst>
            <pc:docMk/>
            <pc:sldMk cId="4118352869" sldId="285"/>
            <ac:picMk id="8" creationId="{EEEEDC4D-FE28-2CFA-F1F5-328088FA27CA}"/>
          </ac:picMkLst>
        </pc:picChg>
      </pc:sldChg>
      <pc:sldChg chg="addSp delSp modSp new mod">
        <pc:chgData name="Sreejith Rajan" userId="ec11bca0e4bee75f" providerId="LiveId" clId="{7B4F392D-EAB3-4CE7-903E-F84869825F47}" dt="2026-01-29T09:28:57.892" v="850" actId="1076"/>
        <pc:sldMkLst>
          <pc:docMk/>
          <pc:sldMk cId="8252786" sldId="286"/>
        </pc:sldMkLst>
        <pc:spChg chg="mod">
          <ac:chgData name="Sreejith Rajan" userId="ec11bca0e4bee75f" providerId="LiveId" clId="{7B4F392D-EAB3-4CE7-903E-F84869825F47}" dt="2026-01-29T09:25:58.469" v="833" actId="20577"/>
          <ac:spMkLst>
            <pc:docMk/>
            <pc:sldMk cId="8252786" sldId="286"/>
            <ac:spMk id="2" creationId="{E1C181D6-A397-FF96-77EE-DF392A3CD488}"/>
          </ac:spMkLst>
        </pc:spChg>
        <pc:spChg chg="mod">
          <ac:chgData name="Sreejith Rajan" userId="ec11bca0e4bee75f" providerId="LiveId" clId="{7B4F392D-EAB3-4CE7-903E-F84869825F47}" dt="2026-01-29T09:26:43.747" v="841" actId="20577"/>
          <ac:spMkLst>
            <pc:docMk/>
            <pc:sldMk cId="8252786" sldId="286"/>
            <ac:spMk id="3" creationId="{BCE21B45-62C6-AF35-6F8F-4D1A75537E7E}"/>
          </ac:spMkLst>
        </pc:spChg>
        <pc:picChg chg="add mod modCrop">
          <ac:chgData name="Sreejith Rajan" userId="ec11bca0e4bee75f" providerId="LiveId" clId="{7B4F392D-EAB3-4CE7-903E-F84869825F47}" dt="2026-01-29T09:28:57.892" v="850" actId="1076"/>
          <ac:picMkLst>
            <pc:docMk/>
            <pc:sldMk cId="8252786" sldId="286"/>
            <ac:picMk id="5" creationId="{04FE6E30-ACFB-29A7-1C9E-5F230EC40A9F}"/>
          </ac:picMkLst>
        </pc:picChg>
      </pc:sldChg>
      <pc:sldChg chg="modSp new mod">
        <pc:chgData name="Sreejith Rajan" userId="ec11bca0e4bee75f" providerId="LiveId" clId="{7B4F392D-EAB3-4CE7-903E-F84869825F47}" dt="2026-01-29T09:32:16.136" v="963" actId="20577"/>
        <pc:sldMkLst>
          <pc:docMk/>
          <pc:sldMk cId="2061746392" sldId="287"/>
        </pc:sldMkLst>
        <pc:spChg chg="mod">
          <ac:chgData name="Sreejith Rajan" userId="ec11bca0e4bee75f" providerId="LiveId" clId="{7B4F392D-EAB3-4CE7-903E-F84869825F47}" dt="2026-01-29T09:29:12.335" v="867" actId="20577"/>
          <ac:spMkLst>
            <pc:docMk/>
            <pc:sldMk cId="2061746392" sldId="287"/>
            <ac:spMk id="2" creationId="{3FD7936A-0E49-A77C-2A51-375E04F88356}"/>
          </ac:spMkLst>
        </pc:spChg>
        <pc:spChg chg="mod">
          <ac:chgData name="Sreejith Rajan" userId="ec11bca0e4bee75f" providerId="LiveId" clId="{7B4F392D-EAB3-4CE7-903E-F84869825F47}" dt="2026-01-29T09:32:16.136" v="963" actId="20577"/>
          <ac:spMkLst>
            <pc:docMk/>
            <pc:sldMk cId="2061746392" sldId="287"/>
            <ac:spMk id="3" creationId="{D43D2F27-11CE-5CFC-B33B-5885F64A7D3A}"/>
          </ac:spMkLst>
        </pc:spChg>
      </pc:sldChg>
      <pc:sldChg chg="addSp modSp new mod">
        <pc:chgData name="Sreejith Rajan" userId="ec11bca0e4bee75f" providerId="LiveId" clId="{7B4F392D-EAB3-4CE7-903E-F84869825F47}" dt="2026-01-29T09:34:54.589" v="993" actId="1076"/>
        <pc:sldMkLst>
          <pc:docMk/>
          <pc:sldMk cId="3650375048" sldId="288"/>
        </pc:sldMkLst>
        <pc:spChg chg="mod">
          <ac:chgData name="Sreejith Rajan" userId="ec11bca0e4bee75f" providerId="LiveId" clId="{7B4F392D-EAB3-4CE7-903E-F84869825F47}" dt="2026-01-29T09:32:57.991" v="975" actId="20577"/>
          <ac:spMkLst>
            <pc:docMk/>
            <pc:sldMk cId="3650375048" sldId="288"/>
            <ac:spMk id="2" creationId="{BD28CB1F-A559-A303-4744-775851E22599}"/>
          </ac:spMkLst>
        </pc:spChg>
        <pc:spChg chg="mod">
          <ac:chgData name="Sreejith Rajan" userId="ec11bca0e4bee75f" providerId="LiveId" clId="{7B4F392D-EAB3-4CE7-903E-F84869825F47}" dt="2026-01-29T09:33:38.347" v="988" actId="20577"/>
          <ac:spMkLst>
            <pc:docMk/>
            <pc:sldMk cId="3650375048" sldId="288"/>
            <ac:spMk id="3" creationId="{F018D86A-87BE-3295-49A6-6F01471E0EF5}"/>
          </ac:spMkLst>
        </pc:spChg>
        <pc:picChg chg="add mod modCrop">
          <ac:chgData name="Sreejith Rajan" userId="ec11bca0e4bee75f" providerId="LiveId" clId="{7B4F392D-EAB3-4CE7-903E-F84869825F47}" dt="2026-01-29T09:34:54.589" v="993" actId="1076"/>
          <ac:picMkLst>
            <pc:docMk/>
            <pc:sldMk cId="3650375048" sldId="288"/>
            <ac:picMk id="5" creationId="{ED57B221-1DC5-044B-3A58-35E842DA1039}"/>
          </ac:picMkLst>
        </pc:picChg>
      </pc:sldChg>
      <pc:sldChg chg="addSp modSp new mod">
        <pc:chgData name="Sreejith Rajan" userId="ec11bca0e4bee75f" providerId="LiveId" clId="{7B4F392D-EAB3-4CE7-903E-F84869825F47}" dt="2026-01-29T09:36:48.392" v="1016" actId="1076"/>
        <pc:sldMkLst>
          <pc:docMk/>
          <pc:sldMk cId="3970158279" sldId="289"/>
        </pc:sldMkLst>
        <pc:spChg chg="mod">
          <ac:chgData name="Sreejith Rajan" userId="ec11bca0e4bee75f" providerId="LiveId" clId="{7B4F392D-EAB3-4CE7-903E-F84869825F47}" dt="2026-01-29T09:35:16.838" v="1006" actId="20577"/>
          <ac:spMkLst>
            <pc:docMk/>
            <pc:sldMk cId="3970158279" sldId="289"/>
            <ac:spMk id="2" creationId="{752AED4F-3E39-26B9-1F38-43039E149EFE}"/>
          </ac:spMkLst>
        </pc:spChg>
        <pc:spChg chg="mod">
          <ac:chgData name="Sreejith Rajan" userId="ec11bca0e4bee75f" providerId="LiveId" clId="{7B4F392D-EAB3-4CE7-903E-F84869825F47}" dt="2026-01-29T09:36:12.173" v="1011" actId="20577"/>
          <ac:spMkLst>
            <pc:docMk/>
            <pc:sldMk cId="3970158279" sldId="289"/>
            <ac:spMk id="3" creationId="{3267779D-E370-25AB-0F5B-2C280D780C6C}"/>
          </ac:spMkLst>
        </pc:spChg>
        <pc:picChg chg="add mod modCrop">
          <ac:chgData name="Sreejith Rajan" userId="ec11bca0e4bee75f" providerId="LiveId" clId="{7B4F392D-EAB3-4CE7-903E-F84869825F47}" dt="2026-01-29T09:36:48.392" v="1016" actId="1076"/>
          <ac:picMkLst>
            <pc:docMk/>
            <pc:sldMk cId="3970158279" sldId="289"/>
            <ac:picMk id="5" creationId="{8D7D7D97-C763-C1C7-0F38-192171BC4804}"/>
          </ac:picMkLst>
        </pc:picChg>
      </pc:sldChg>
      <pc:sldChg chg="addSp delSp modSp new mod">
        <pc:chgData name="Sreejith Rajan" userId="ec11bca0e4bee75f" providerId="LiveId" clId="{7B4F392D-EAB3-4CE7-903E-F84869825F47}" dt="2026-01-29T09:37:56.140" v="1038" actId="1076"/>
        <pc:sldMkLst>
          <pc:docMk/>
          <pc:sldMk cId="359768088" sldId="290"/>
        </pc:sldMkLst>
        <pc:spChg chg="mod">
          <ac:chgData name="Sreejith Rajan" userId="ec11bca0e4bee75f" providerId="LiveId" clId="{7B4F392D-EAB3-4CE7-903E-F84869825F47}" dt="2026-01-29T09:37:18.044" v="1031" actId="20577"/>
          <ac:spMkLst>
            <pc:docMk/>
            <pc:sldMk cId="359768088" sldId="290"/>
            <ac:spMk id="2" creationId="{3AA3F0BE-C8FB-20E5-8EE9-139CD235B75A}"/>
          </ac:spMkLst>
        </pc:spChg>
        <pc:graphicFrameChg chg="add mod modGraphic">
          <ac:chgData name="Sreejith Rajan" userId="ec11bca0e4bee75f" providerId="LiveId" clId="{7B4F392D-EAB3-4CE7-903E-F84869825F47}" dt="2026-01-29T09:37:56.140" v="1038" actId="1076"/>
          <ac:graphicFrameMkLst>
            <pc:docMk/>
            <pc:sldMk cId="359768088" sldId="290"/>
            <ac:graphicFrameMk id="4" creationId="{B32C0619-FD52-E358-B779-3AC6682B32DA}"/>
          </ac:graphicFrameMkLst>
        </pc:graphicFrameChg>
      </pc:sldChg>
      <pc:sldChg chg="modSp new mod">
        <pc:chgData name="Sreejith Rajan" userId="ec11bca0e4bee75f" providerId="LiveId" clId="{7B4F392D-EAB3-4CE7-903E-F84869825F47}" dt="2026-01-29T09:47:40.816" v="1347" actId="20577"/>
        <pc:sldMkLst>
          <pc:docMk/>
          <pc:sldMk cId="3485488711" sldId="291"/>
        </pc:sldMkLst>
        <pc:spChg chg="mod">
          <ac:chgData name="Sreejith Rajan" userId="ec11bca0e4bee75f" providerId="LiveId" clId="{7B4F392D-EAB3-4CE7-903E-F84869825F47}" dt="2026-01-29T09:39:35.521" v="1055" actId="20577"/>
          <ac:spMkLst>
            <pc:docMk/>
            <pc:sldMk cId="3485488711" sldId="291"/>
            <ac:spMk id="2" creationId="{422CC8AF-72C7-78E6-5DDE-EDAB30E54AC6}"/>
          </ac:spMkLst>
        </pc:spChg>
        <pc:spChg chg="mod">
          <ac:chgData name="Sreejith Rajan" userId="ec11bca0e4bee75f" providerId="LiveId" clId="{7B4F392D-EAB3-4CE7-903E-F84869825F47}" dt="2026-01-29T09:47:40.816" v="1347" actId="20577"/>
          <ac:spMkLst>
            <pc:docMk/>
            <pc:sldMk cId="3485488711" sldId="291"/>
            <ac:spMk id="3" creationId="{8616D05F-B51C-A5F8-851E-1C960A2D25D1}"/>
          </ac:spMkLst>
        </pc:spChg>
      </pc:sldChg>
      <pc:sldChg chg="modSp add mod ord">
        <pc:chgData name="Sreejith Rajan" userId="ec11bca0e4bee75f" providerId="LiveId" clId="{7B4F392D-EAB3-4CE7-903E-F84869825F47}" dt="2026-01-29T09:48:22.889" v="1356" actId="20577"/>
        <pc:sldMkLst>
          <pc:docMk/>
          <pc:sldMk cId="22085607" sldId="292"/>
        </pc:sldMkLst>
        <pc:spChg chg="mod">
          <ac:chgData name="Sreejith Rajan" userId="ec11bca0e4bee75f" providerId="LiveId" clId="{7B4F392D-EAB3-4CE7-903E-F84869825F47}" dt="2026-01-29T09:44:40.913" v="1240" actId="20577"/>
          <ac:spMkLst>
            <pc:docMk/>
            <pc:sldMk cId="22085607" sldId="292"/>
            <ac:spMk id="2" creationId="{C3B5DD5C-E89C-9928-7828-330493D6D747}"/>
          </ac:spMkLst>
        </pc:spChg>
        <pc:spChg chg="mod">
          <ac:chgData name="Sreejith Rajan" userId="ec11bca0e4bee75f" providerId="LiveId" clId="{7B4F392D-EAB3-4CE7-903E-F84869825F47}" dt="2026-01-29T09:48:22.889" v="1356" actId="20577"/>
          <ac:spMkLst>
            <pc:docMk/>
            <pc:sldMk cId="22085607" sldId="292"/>
            <ac:spMk id="3" creationId="{9ED32EAF-8AFD-86D2-3DB3-FF3F7AE648BB}"/>
          </ac:spMkLst>
        </pc:spChg>
      </pc:sldChg>
      <pc:sldChg chg="addSp modSp new mod">
        <pc:chgData name="Sreejith Rajan" userId="ec11bca0e4bee75f" providerId="LiveId" clId="{7B4F392D-EAB3-4CE7-903E-F84869825F47}" dt="2026-02-02T08:39:10.558" v="1622" actId="1076"/>
        <pc:sldMkLst>
          <pc:docMk/>
          <pc:sldMk cId="838514129" sldId="293"/>
        </pc:sldMkLst>
        <pc:spChg chg="mod">
          <ac:chgData name="Sreejith Rajan" userId="ec11bca0e4bee75f" providerId="LiveId" clId="{7B4F392D-EAB3-4CE7-903E-F84869825F47}" dt="2026-02-02T08:12:41.136" v="1372" actId="20577"/>
          <ac:spMkLst>
            <pc:docMk/>
            <pc:sldMk cId="838514129" sldId="293"/>
            <ac:spMk id="2" creationId="{B61DC38C-B935-CC0F-245B-0788725A1200}"/>
          </ac:spMkLst>
        </pc:spChg>
        <pc:spChg chg="mod">
          <ac:chgData name="Sreejith Rajan" userId="ec11bca0e4bee75f" providerId="LiveId" clId="{7B4F392D-EAB3-4CE7-903E-F84869825F47}" dt="2026-02-02T08:14:56.810" v="1382" actId="20577"/>
          <ac:spMkLst>
            <pc:docMk/>
            <pc:sldMk cId="838514129" sldId="293"/>
            <ac:spMk id="3" creationId="{02501693-791A-3B64-E8E0-30247C118106}"/>
          </ac:spMkLst>
        </pc:spChg>
        <pc:spChg chg="add mod">
          <ac:chgData name="Sreejith Rajan" userId="ec11bca0e4bee75f" providerId="LiveId" clId="{7B4F392D-EAB3-4CE7-903E-F84869825F47}" dt="2026-02-02T08:39:10.558" v="1622" actId="1076"/>
          <ac:spMkLst>
            <pc:docMk/>
            <pc:sldMk cId="838514129" sldId="293"/>
            <ac:spMk id="6" creationId="{63CE9AAE-9582-C11A-8D4A-677DF8791256}"/>
          </ac:spMkLst>
        </pc:spChg>
        <pc:picChg chg="add mod">
          <ac:chgData name="Sreejith Rajan" userId="ec11bca0e4bee75f" providerId="LiveId" clId="{7B4F392D-EAB3-4CE7-903E-F84869825F47}" dt="2026-02-02T08:39:00.744" v="1619" actId="1076"/>
          <ac:picMkLst>
            <pc:docMk/>
            <pc:sldMk cId="838514129" sldId="293"/>
            <ac:picMk id="5" creationId="{D5535780-FFB7-357D-C7F6-9893F0ACD0B0}"/>
          </ac:picMkLst>
        </pc:picChg>
      </pc:sldChg>
      <pc:sldChg chg="addSp delSp modSp new mod">
        <pc:chgData name="Sreejith Rajan" userId="ec11bca0e4bee75f" providerId="LiveId" clId="{7B4F392D-EAB3-4CE7-903E-F84869825F47}" dt="2026-02-02T08:35:14.191" v="1587" actId="20577"/>
        <pc:sldMkLst>
          <pc:docMk/>
          <pc:sldMk cId="1094232091" sldId="294"/>
        </pc:sldMkLst>
        <pc:spChg chg="mod">
          <ac:chgData name="Sreejith Rajan" userId="ec11bca0e4bee75f" providerId="LiveId" clId="{7B4F392D-EAB3-4CE7-903E-F84869825F47}" dt="2026-02-02T08:18:31.548" v="1425" actId="20577"/>
          <ac:spMkLst>
            <pc:docMk/>
            <pc:sldMk cId="1094232091" sldId="294"/>
            <ac:spMk id="2" creationId="{C3405D6E-FDB3-4C52-65D8-D1FD95D01AEF}"/>
          </ac:spMkLst>
        </pc:spChg>
        <pc:spChg chg="mod">
          <ac:chgData name="Sreejith Rajan" userId="ec11bca0e4bee75f" providerId="LiveId" clId="{7B4F392D-EAB3-4CE7-903E-F84869825F47}" dt="2026-02-02T08:35:14.191" v="1587" actId="20577"/>
          <ac:spMkLst>
            <pc:docMk/>
            <pc:sldMk cId="1094232091" sldId="294"/>
            <ac:spMk id="3" creationId="{86347F61-D9A1-06BA-2897-992480998344}"/>
          </ac:spMkLst>
        </pc:spChg>
        <pc:picChg chg="add mod">
          <ac:chgData name="Sreejith Rajan" userId="ec11bca0e4bee75f" providerId="LiveId" clId="{7B4F392D-EAB3-4CE7-903E-F84869825F47}" dt="2026-02-02T08:21:24.258" v="1465" actId="1076"/>
          <ac:picMkLst>
            <pc:docMk/>
            <pc:sldMk cId="1094232091" sldId="294"/>
            <ac:picMk id="7" creationId="{876E87A6-A21C-339D-E431-3311928BFA0E}"/>
          </ac:picMkLst>
        </pc:picChg>
      </pc:sldChg>
      <pc:sldChg chg="addSp modSp new mod">
        <pc:chgData name="Sreejith Rajan" userId="ec11bca0e4bee75f" providerId="LiveId" clId="{7B4F392D-EAB3-4CE7-903E-F84869825F47}" dt="2026-02-02T08:25:09.606" v="1502" actId="1076"/>
        <pc:sldMkLst>
          <pc:docMk/>
          <pc:sldMk cId="312179180" sldId="295"/>
        </pc:sldMkLst>
        <pc:spChg chg="mod">
          <ac:chgData name="Sreejith Rajan" userId="ec11bca0e4bee75f" providerId="LiveId" clId="{7B4F392D-EAB3-4CE7-903E-F84869825F47}" dt="2026-02-02T08:22:37.208" v="1481" actId="20577"/>
          <ac:spMkLst>
            <pc:docMk/>
            <pc:sldMk cId="312179180" sldId="295"/>
            <ac:spMk id="2" creationId="{14BAB176-CC97-CA7D-02E0-16695859D1CA}"/>
          </ac:spMkLst>
        </pc:spChg>
        <pc:spChg chg="mod">
          <ac:chgData name="Sreejith Rajan" userId="ec11bca0e4bee75f" providerId="LiveId" clId="{7B4F392D-EAB3-4CE7-903E-F84869825F47}" dt="2026-02-02T08:24:06.329" v="1498" actId="20577"/>
          <ac:spMkLst>
            <pc:docMk/>
            <pc:sldMk cId="312179180" sldId="295"/>
            <ac:spMk id="3" creationId="{94604663-0B0E-EF63-DB36-2558778FA607}"/>
          </ac:spMkLst>
        </pc:spChg>
        <pc:picChg chg="add mod">
          <ac:chgData name="Sreejith Rajan" userId="ec11bca0e4bee75f" providerId="LiveId" clId="{7B4F392D-EAB3-4CE7-903E-F84869825F47}" dt="2026-02-02T08:25:09.606" v="1502" actId="1076"/>
          <ac:picMkLst>
            <pc:docMk/>
            <pc:sldMk cId="312179180" sldId="295"/>
            <ac:picMk id="5" creationId="{0666F5A8-0AE5-47A7-55C1-10A1985273D5}"/>
          </ac:picMkLst>
        </pc:picChg>
      </pc:sldChg>
      <pc:sldChg chg="addSp delSp modSp new mod">
        <pc:chgData name="Sreejith Rajan" userId="ec11bca0e4bee75f" providerId="LiveId" clId="{7B4F392D-EAB3-4CE7-903E-F84869825F47}" dt="2026-02-02T08:29:48.696" v="1521"/>
        <pc:sldMkLst>
          <pc:docMk/>
          <pc:sldMk cId="484128902" sldId="296"/>
        </pc:sldMkLst>
        <pc:spChg chg="add mod">
          <ac:chgData name="Sreejith Rajan" userId="ec11bca0e4bee75f" providerId="LiveId" clId="{7B4F392D-EAB3-4CE7-903E-F84869825F47}" dt="2026-02-02T08:29:21.246" v="1517" actId="14100"/>
          <ac:spMkLst>
            <pc:docMk/>
            <pc:sldMk cId="484128902" sldId="296"/>
            <ac:spMk id="8" creationId="{BFCF2B5D-EDD6-7E60-9DA7-39D256E54F55}"/>
          </ac:spMkLst>
        </pc:spChg>
        <pc:spChg chg="add mod">
          <ac:chgData name="Sreejith Rajan" userId="ec11bca0e4bee75f" providerId="LiveId" clId="{7B4F392D-EAB3-4CE7-903E-F84869825F47}" dt="2026-02-02T08:29:48.696" v="1521"/>
          <ac:spMkLst>
            <pc:docMk/>
            <pc:sldMk cId="484128902" sldId="296"/>
            <ac:spMk id="9" creationId="{16AC3D22-2D9E-8772-D549-10D20618FB07}"/>
          </ac:spMkLst>
        </pc:spChg>
        <pc:picChg chg="add mod ord">
          <ac:chgData name="Sreejith Rajan" userId="ec11bca0e4bee75f" providerId="LiveId" clId="{7B4F392D-EAB3-4CE7-903E-F84869825F47}" dt="2026-02-02T08:25:48.181" v="1506" actId="1076"/>
          <ac:picMkLst>
            <pc:docMk/>
            <pc:sldMk cId="484128902" sldId="296"/>
            <ac:picMk id="5" creationId="{C62074D3-2129-3E96-0B2D-F443D3BA9E88}"/>
          </ac:picMkLst>
        </pc:picChg>
        <pc:picChg chg="add mod">
          <ac:chgData name="Sreejith Rajan" userId="ec11bca0e4bee75f" providerId="LiveId" clId="{7B4F392D-EAB3-4CE7-903E-F84869825F47}" dt="2026-02-02T08:26:30.358" v="1511" actId="14100"/>
          <ac:picMkLst>
            <pc:docMk/>
            <pc:sldMk cId="484128902" sldId="296"/>
            <ac:picMk id="7" creationId="{4533A4B4-E02A-2AE0-0D6D-86E97CEC24D7}"/>
          </ac:picMkLst>
        </pc:picChg>
      </pc:sldChg>
      <pc:sldChg chg="addSp delSp modSp new mod">
        <pc:chgData name="Sreejith Rajan" userId="ec11bca0e4bee75f" providerId="LiveId" clId="{7B4F392D-EAB3-4CE7-903E-F84869825F47}" dt="2026-02-04T13:28:34.480" v="2087" actId="14100"/>
        <pc:sldMkLst>
          <pc:docMk/>
          <pc:sldMk cId="829793420" sldId="297"/>
        </pc:sldMkLst>
        <pc:spChg chg="mod">
          <ac:chgData name="Sreejith Rajan" userId="ec11bca0e4bee75f" providerId="LiveId" clId="{7B4F392D-EAB3-4CE7-903E-F84869825F47}" dt="2026-02-02T08:30:43.893" v="1548" actId="20577"/>
          <ac:spMkLst>
            <pc:docMk/>
            <pc:sldMk cId="829793420" sldId="297"/>
            <ac:spMk id="2" creationId="{014A04CF-15C4-8330-6BA3-B4FFA15F0EA5}"/>
          </ac:spMkLst>
        </pc:spChg>
        <pc:spChg chg="add mod">
          <ac:chgData name="Sreejith Rajan" userId="ec11bca0e4bee75f" providerId="LiveId" clId="{7B4F392D-EAB3-4CE7-903E-F84869825F47}" dt="2026-02-02T08:32:19.085" v="1555" actId="1076"/>
          <ac:spMkLst>
            <pc:docMk/>
            <pc:sldMk cId="829793420" sldId="297"/>
            <ac:spMk id="7" creationId="{79A87CA1-23AE-49E7-3500-81008DB9341B}"/>
          </ac:spMkLst>
        </pc:spChg>
        <pc:picChg chg="add mod ord">
          <ac:chgData name="Sreejith Rajan" userId="ec11bca0e4bee75f" providerId="LiveId" clId="{7B4F392D-EAB3-4CE7-903E-F84869825F47}" dt="2026-02-04T13:28:34.480" v="2087" actId="14100"/>
          <ac:picMkLst>
            <pc:docMk/>
            <pc:sldMk cId="829793420" sldId="297"/>
            <ac:picMk id="5" creationId="{31545EA1-E64A-0739-FC05-006BD7D35D69}"/>
          </ac:picMkLst>
        </pc:picChg>
      </pc:sldChg>
      <pc:sldChg chg="modSp new mod">
        <pc:chgData name="Sreejith Rajan" userId="ec11bca0e4bee75f" providerId="LiveId" clId="{7B4F392D-EAB3-4CE7-903E-F84869825F47}" dt="2026-02-03T10:48:56.806" v="1673" actId="5793"/>
        <pc:sldMkLst>
          <pc:docMk/>
          <pc:sldMk cId="2629671684" sldId="298"/>
        </pc:sldMkLst>
        <pc:spChg chg="mod">
          <ac:chgData name="Sreejith Rajan" userId="ec11bca0e4bee75f" providerId="LiveId" clId="{7B4F392D-EAB3-4CE7-903E-F84869825F47}" dt="2026-02-02T09:44:37.829" v="1641" actId="20577"/>
          <ac:spMkLst>
            <pc:docMk/>
            <pc:sldMk cId="2629671684" sldId="298"/>
            <ac:spMk id="2" creationId="{6120A8E8-A9A6-3874-A43B-0D8B9F0E21C1}"/>
          </ac:spMkLst>
        </pc:spChg>
        <pc:spChg chg="mod">
          <ac:chgData name="Sreejith Rajan" userId="ec11bca0e4bee75f" providerId="LiveId" clId="{7B4F392D-EAB3-4CE7-903E-F84869825F47}" dt="2026-02-03T10:48:56.806" v="1673" actId="5793"/>
          <ac:spMkLst>
            <pc:docMk/>
            <pc:sldMk cId="2629671684" sldId="298"/>
            <ac:spMk id="3" creationId="{CD899691-4739-5679-D451-0C66FE06F942}"/>
          </ac:spMkLst>
        </pc:spChg>
      </pc:sldChg>
      <pc:sldChg chg="modSp new mod">
        <pc:chgData name="Sreejith Rajan" userId="ec11bca0e4bee75f" providerId="LiveId" clId="{7B4F392D-EAB3-4CE7-903E-F84869825F47}" dt="2026-02-03T10:52:44.445" v="1724"/>
        <pc:sldMkLst>
          <pc:docMk/>
          <pc:sldMk cId="3289453992" sldId="299"/>
        </pc:sldMkLst>
        <pc:spChg chg="mod">
          <ac:chgData name="Sreejith Rajan" userId="ec11bca0e4bee75f" providerId="LiveId" clId="{7B4F392D-EAB3-4CE7-903E-F84869825F47}" dt="2026-02-03T10:49:18.055" v="1723" actId="20577"/>
          <ac:spMkLst>
            <pc:docMk/>
            <pc:sldMk cId="3289453992" sldId="299"/>
            <ac:spMk id="2" creationId="{582BD62D-958D-F163-2631-5C8C63951B71}"/>
          </ac:spMkLst>
        </pc:spChg>
        <pc:spChg chg="mod">
          <ac:chgData name="Sreejith Rajan" userId="ec11bca0e4bee75f" providerId="LiveId" clId="{7B4F392D-EAB3-4CE7-903E-F84869825F47}" dt="2026-02-03T10:52:44.445" v="1724"/>
          <ac:spMkLst>
            <pc:docMk/>
            <pc:sldMk cId="3289453992" sldId="299"/>
            <ac:spMk id="3" creationId="{CBAB42D1-DAEE-8C6D-BD98-CB21421431A1}"/>
          </ac:spMkLst>
        </pc:spChg>
      </pc:sldChg>
      <pc:sldChg chg="modSp new mod">
        <pc:chgData name="Sreejith Rajan" userId="ec11bca0e4bee75f" providerId="LiveId" clId="{7B4F392D-EAB3-4CE7-903E-F84869825F47}" dt="2026-02-04T08:01:20.539" v="1758" actId="20577"/>
        <pc:sldMkLst>
          <pc:docMk/>
          <pc:sldMk cId="3893374817" sldId="300"/>
        </pc:sldMkLst>
        <pc:spChg chg="mod">
          <ac:chgData name="Sreejith Rajan" userId="ec11bca0e4bee75f" providerId="LiveId" clId="{7B4F392D-EAB3-4CE7-903E-F84869825F47}" dt="2026-02-04T08:00:14.226" v="1744" actId="313"/>
          <ac:spMkLst>
            <pc:docMk/>
            <pc:sldMk cId="3893374817" sldId="300"/>
            <ac:spMk id="2" creationId="{D90974F0-49AF-B5F3-15D4-6DB4BC005D9C}"/>
          </ac:spMkLst>
        </pc:spChg>
        <pc:spChg chg="mod">
          <ac:chgData name="Sreejith Rajan" userId="ec11bca0e4bee75f" providerId="LiveId" clId="{7B4F392D-EAB3-4CE7-903E-F84869825F47}" dt="2026-02-04T08:01:20.539" v="1758" actId="20577"/>
          <ac:spMkLst>
            <pc:docMk/>
            <pc:sldMk cId="3893374817" sldId="300"/>
            <ac:spMk id="3" creationId="{432D0774-65CF-4311-71F9-4CD9F11B49F0}"/>
          </ac:spMkLst>
        </pc:spChg>
      </pc:sldChg>
      <pc:sldChg chg="addSp delSp modSp new mod">
        <pc:chgData name="Sreejith Rajan" userId="ec11bca0e4bee75f" providerId="LiveId" clId="{7B4F392D-EAB3-4CE7-903E-F84869825F47}" dt="2026-02-04T08:02:37.357" v="1810" actId="313"/>
        <pc:sldMkLst>
          <pc:docMk/>
          <pc:sldMk cId="3334913749" sldId="301"/>
        </pc:sldMkLst>
        <pc:spChg chg="mod">
          <ac:chgData name="Sreejith Rajan" userId="ec11bca0e4bee75f" providerId="LiveId" clId="{7B4F392D-EAB3-4CE7-903E-F84869825F47}" dt="2026-02-04T08:02:37.357" v="1810" actId="313"/>
          <ac:spMkLst>
            <pc:docMk/>
            <pc:sldMk cId="3334913749" sldId="301"/>
            <ac:spMk id="2" creationId="{BE8788E4-A615-A1E5-C2CA-1C698CE7F2A5}"/>
          </ac:spMkLst>
        </pc:spChg>
        <pc:spChg chg="add del mod">
          <ac:chgData name="Sreejith Rajan" userId="ec11bca0e4bee75f" providerId="LiveId" clId="{7B4F392D-EAB3-4CE7-903E-F84869825F47}" dt="2026-02-04T08:02:33.791" v="1809" actId="20577"/>
          <ac:spMkLst>
            <pc:docMk/>
            <pc:sldMk cId="3334913749" sldId="301"/>
            <ac:spMk id="3" creationId="{309CAF0D-023E-E52D-0119-3AB14773DA08}"/>
          </ac:spMkLst>
        </pc:spChg>
        <pc:spChg chg="add mod">
          <ac:chgData name="Sreejith Rajan" userId="ec11bca0e4bee75f" providerId="LiveId" clId="{7B4F392D-EAB3-4CE7-903E-F84869825F47}" dt="2026-02-04T08:02:28.355" v="1806"/>
          <ac:spMkLst>
            <pc:docMk/>
            <pc:sldMk cId="3334913749" sldId="301"/>
            <ac:spMk id="4" creationId="{DA53EA27-9C0B-5C2F-1FD3-55AA414A31F6}"/>
          </ac:spMkLst>
        </pc:spChg>
      </pc:sldChg>
      <pc:sldChg chg="addSp modSp new mod">
        <pc:chgData name="Sreejith Rajan" userId="ec11bca0e4bee75f" providerId="LiveId" clId="{7B4F392D-EAB3-4CE7-903E-F84869825F47}" dt="2026-02-04T08:09:52.268" v="1902" actId="1076"/>
        <pc:sldMkLst>
          <pc:docMk/>
          <pc:sldMk cId="1197431595" sldId="302"/>
        </pc:sldMkLst>
        <pc:spChg chg="mod">
          <ac:chgData name="Sreejith Rajan" userId="ec11bca0e4bee75f" providerId="LiveId" clId="{7B4F392D-EAB3-4CE7-903E-F84869825F47}" dt="2026-02-04T08:03:25.470" v="1863" actId="20577"/>
          <ac:spMkLst>
            <pc:docMk/>
            <pc:sldMk cId="1197431595" sldId="302"/>
            <ac:spMk id="2" creationId="{DD88D976-5086-D2BF-6825-295F227AA746}"/>
          </ac:spMkLst>
        </pc:spChg>
        <pc:spChg chg="mod">
          <ac:chgData name="Sreejith Rajan" userId="ec11bca0e4bee75f" providerId="LiveId" clId="{7B4F392D-EAB3-4CE7-903E-F84869825F47}" dt="2026-02-04T08:09:17.692" v="1896" actId="20577"/>
          <ac:spMkLst>
            <pc:docMk/>
            <pc:sldMk cId="1197431595" sldId="302"/>
            <ac:spMk id="3" creationId="{A32B5F8E-24F7-750E-2E5C-E1D94D5F8747}"/>
          </ac:spMkLst>
        </pc:spChg>
        <pc:picChg chg="add mod modCrop">
          <ac:chgData name="Sreejith Rajan" userId="ec11bca0e4bee75f" providerId="LiveId" clId="{7B4F392D-EAB3-4CE7-903E-F84869825F47}" dt="2026-02-04T08:09:52.268" v="1902" actId="1076"/>
          <ac:picMkLst>
            <pc:docMk/>
            <pc:sldMk cId="1197431595" sldId="302"/>
            <ac:picMk id="5" creationId="{A0779B55-445D-CD23-8EA0-E1EC2B42053A}"/>
          </ac:picMkLst>
        </pc:picChg>
      </pc:sldChg>
      <pc:sldChg chg="addSp modSp new mod">
        <pc:chgData name="Sreejith Rajan" userId="ec11bca0e4bee75f" providerId="LiveId" clId="{7B4F392D-EAB3-4CE7-903E-F84869825F47}" dt="2026-02-04T08:12:08.308" v="1920" actId="1076"/>
        <pc:sldMkLst>
          <pc:docMk/>
          <pc:sldMk cId="4041791266" sldId="303"/>
        </pc:sldMkLst>
        <pc:spChg chg="mod">
          <ac:chgData name="Sreejith Rajan" userId="ec11bca0e4bee75f" providerId="LiveId" clId="{7B4F392D-EAB3-4CE7-903E-F84869825F47}" dt="2026-02-04T08:10:32.022" v="1907" actId="20577"/>
          <ac:spMkLst>
            <pc:docMk/>
            <pc:sldMk cId="4041791266" sldId="303"/>
            <ac:spMk id="2" creationId="{2369565F-07A2-DDD1-A9A5-976AD67016A3}"/>
          </ac:spMkLst>
        </pc:spChg>
        <pc:spChg chg="mod">
          <ac:chgData name="Sreejith Rajan" userId="ec11bca0e4bee75f" providerId="LiveId" clId="{7B4F392D-EAB3-4CE7-903E-F84869825F47}" dt="2026-02-04T08:11:39.991" v="1914" actId="15"/>
          <ac:spMkLst>
            <pc:docMk/>
            <pc:sldMk cId="4041791266" sldId="303"/>
            <ac:spMk id="3" creationId="{480003C2-9977-BF7E-6A1B-501DA18DFC13}"/>
          </ac:spMkLst>
        </pc:spChg>
        <pc:picChg chg="add mod">
          <ac:chgData name="Sreejith Rajan" userId="ec11bca0e4bee75f" providerId="LiveId" clId="{7B4F392D-EAB3-4CE7-903E-F84869825F47}" dt="2026-02-04T08:12:08.308" v="1920" actId="1076"/>
          <ac:picMkLst>
            <pc:docMk/>
            <pc:sldMk cId="4041791266" sldId="303"/>
            <ac:picMk id="5" creationId="{EBE5B9B3-2838-B52D-869B-F75F943FD18A}"/>
          </ac:picMkLst>
        </pc:picChg>
      </pc:sldChg>
      <pc:sldChg chg="addSp modSp new mod">
        <pc:chgData name="Sreejith Rajan" userId="ec11bca0e4bee75f" providerId="LiveId" clId="{7B4F392D-EAB3-4CE7-903E-F84869825F47}" dt="2026-02-04T08:16:58.842" v="1937" actId="1076"/>
        <pc:sldMkLst>
          <pc:docMk/>
          <pc:sldMk cId="3059473869" sldId="304"/>
        </pc:sldMkLst>
        <pc:spChg chg="mod">
          <ac:chgData name="Sreejith Rajan" userId="ec11bca0e4bee75f" providerId="LiveId" clId="{7B4F392D-EAB3-4CE7-903E-F84869825F47}" dt="2026-02-04T08:12:32.430" v="1922"/>
          <ac:spMkLst>
            <pc:docMk/>
            <pc:sldMk cId="3059473869" sldId="304"/>
            <ac:spMk id="2" creationId="{696FB79E-8173-F714-FF90-05E94194C277}"/>
          </ac:spMkLst>
        </pc:spChg>
        <pc:spChg chg="mod">
          <ac:chgData name="Sreejith Rajan" userId="ec11bca0e4bee75f" providerId="LiveId" clId="{7B4F392D-EAB3-4CE7-903E-F84869825F47}" dt="2026-02-04T08:16:23.132" v="1931" actId="20577"/>
          <ac:spMkLst>
            <pc:docMk/>
            <pc:sldMk cId="3059473869" sldId="304"/>
            <ac:spMk id="3" creationId="{7546057B-3E11-A018-98D4-CA6F418A6B02}"/>
          </ac:spMkLst>
        </pc:spChg>
        <pc:picChg chg="add mod modCrop">
          <ac:chgData name="Sreejith Rajan" userId="ec11bca0e4bee75f" providerId="LiveId" clId="{7B4F392D-EAB3-4CE7-903E-F84869825F47}" dt="2026-02-04T08:16:58.842" v="1937" actId="1076"/>
          <ac:picMkLst>
            <pc:docMk/>
            <pc:sldMk cId="3059473869" sldId="304"/>
            <ac:picMk id="5" creationId="{950E3F82-0428-559C-DDAA-B1A4F1218368}"/>
          </ac:picMkLst>
        </pc:picChg>
      </pc:sldChg>
      <pc:sldChg chg="addSp delSp modSp new mod">
        <pc:chgData name="Sreejith Rajan" userId="ec11bca0e4bee75f" providerId="LiveId" clId="{7B4F392D-EAB3-4CE7-903E-F84869825F47}" dt="2026-02-04T13:28:11.011" v="2084" actId="14100"/>
        <pc:sldMkLst>
          <pc:docMk/>
          <pc:sldMk cId="2095788429" sldId="305"/>
        </pc:sldMkLst>
        <pc:spChg chg="mod">
          <ac:chgData name="Sreejith Rajan" userId="ec11bca0e4bee75f" providerId="LiveId" clId="{7B4F392D-EAB3-4CE7-903E-F84869825F47}" dt="2026-02-04T08:17:24.125" v="1939"/>
          <ac:spMkLst>
            <pc:docMk/>
            <pc:sldMk cId="2095788429" sldId="305"/>
            <ac:spMk id="2" creationId="{E781B9F9-C351-3BD7-4C68-67E36F4DBDFD}"/>
          </ac:spMkLst>
        </pc:spChg>
        <pc:spChg chg="mod">
          <ac:chgData name="Sreejith Rajan" userId="ec11bca0e4bee75f" providerId="LiveId" clId="{7B4F392D-EAB3-4CE7-903E-F84869825F47}" dt="2026-02-04T08:21:01.309" v="1960" actId="1076"/>
          <ac:spMkLst>
            <pc:docMk/>
            <pc:sldMk cId="2095788429" sldId="305"/>
            <ac:spMk id="3" creationId="{2341FA90-BDFE-6883-EB51-B6D59B289983}"/>
          </ac:spMkLst>
        </pc:spChg>
        <pc:picChg chg="add del mod">
          <ac:chgData name="Sreejith Rajan" userId="ec11bca0e4bee75f" providerId="LiveId" clId="{7B4F392D-EAB3-4CE7-903E-F84869825F47}" dt="2026-02-04T08:19:53.121" v="1958" actId="931"/>
          <ac:picMkLst>
            <pc:docMk/>
            <pc:sldMk cId="2095788429" sldId="305"/>
            <ac:picMk id="5" creationId="{FE33DC65-3231-2E98-4585-D05E6FB71D60}"/>
          </ac:picMkLst>
        </pc:picChg>
        <pc:picChg chg="add del mod">
          <ac:chgData name="Sreejith Rajan" userId="ec11bca0e4bee75f" providerId="LiveId" clId="{7B4F392D-EAB3-4CE7-903E-F84869825F47}" dt="2026-02-04T08:21:09.857" v="1963" actId="478"/>
          <ac:picMkLst>
            <pc:docMk/>
            <pc:sldMk cId="2095788429" sldId="305"/>
            <ac:picMk id="7" creationId="{FDA89AC9-8C2B-7479-F410-FA661AB5A1E4}"/>
          </ac:picMkLst>
        </pc:picChg>
        <pc:picChg chg="add mod">
          <ac:chgData name="Sreejith Rajan" userId="ec11bca0e4bee75f" providerId="LiveId" clId="{7B4F392D-EAB3-4CE7-903E-F84869825F47}" dt="2026-02-04T13:28:11.011" v="2084" actId="14100"/>
          <ac:picMkLst>
            <pc:docMk/>
            <pc:sldMk cId="2095788429" sldId="305"/>
            <ac:picMk id="9" creationId="{57399A93-F7C2-2DCF-8E09-1B3B9E6815C7}"/>
          </ac:picMkLst>
        </pc:picChg>
      </pc:sldChg>
      <pc:sldChg chg="modSp new mod">
        <pc:chgData name="Sreejith Rajan" userId="ec11bca0e4bee75f" providerId="LiveId" clId="{7B4F392D-EAB3-4CE7-903E-F84869825F47}" dt="2026-02-04T08:25:54.633" v="1985" actId="15"/>
        <pc:sldMkLst>
          <pc:docMk/>
          <pc:sldMk cId="4198985954" sldId="306"/>
        </pc:sldMkLst>
        <pc:spChg chg="mod">
          <ac:chgData name="Sreejith Rajan" userId="ec11bca0e4bee75f" providerId="LiveId" clId="{7B4F392D-EAB3-4CE7-903E-F84869825F47}" dt="2026-02-04T08:24:58.287" v="1982" actId="20577"/>
          <ac:spMkLst>
            <pc:docMk/>
            <pc:sldMk cId="4198985954" sldId="306"/>
            <ac:spMk id="2" creationId="{115364C5-6CFB-A19B-37DA-657BC0A2D974}"/>
          </ac:spMkLst>
        </pc:spChg>
        <pc:spChg chg="mod">
          <ac:chgData name="Sreejith Rajan" userId="ec11bca0e4bee75f" providerId="LiveId" clId="{7B4F392D-EAB3-4CE7-903E-F84869825F47}" dt="2026-02-04T08:25:54.633" v="1985" actId="15"/>
          <ac:spMkLst>
            <pc:docMk/>
            <pc:sldMk cId="4198985954" sldId="306"/>
            <ac:spMk id="3" creationId="{6373E2E1-8EA1-AC04-C0C4-97E457BC33FE}"/>
          </ac:spMkLst>
        </pc:spChg>
      </pc:sldChg>
      <pc:sldChg chg="addSp modSp new mod">
        <pc:chgData name="Sreejith Rajan" userId="ec11bca0e4bee75f" providerId="LiveId" clId="{7B4F392D-EAB3-4CE7-903E-F84869825F47}" dt="2026-02-04T08:42:47.844" v="2082" actId="1076"/>
        <pc:sldMkLst>
          <pc:docMk/>
          <pc:sldMk cId="2049320460" sldId="307"/>
        </pc:sldMkLst>
        <pc:spChg chg="mod">
          <ac:chgData name="Sreejith Rajan" userId="ec11bca0e4bee75f" providerId="LiveId" clId="{7B4F392D-EAB3-4CE7-903E-F84869825F47}" dt="2026-02-04T08:26:21.088" v="2008" actId="20577"/>
          <ac:spMkLst>
            <pc:docMk/>
            <pc:sldMk cId="2049320460" sldId="307"/>
            <ac:spMk id="2" creationId="{14EAA839-3351-3EAE-517B-FC1AC640901A}"/>
          </ac:spMkLst>
        </pc:spChg>
        <pc:spChg chg="mod">
          <ac:chgData name="Sreejith Rajan" userId="ec11bca0e4bee75f" providerId="LiveId" clId="{7B4F392D-EAB3-4CE7-903E-F84869825F47}" dt="2026-02-04T08:31:02.311" v="2075" actId="20577"/>
          <ac:spMkLst>
            <pc:docMk/>
            <pc:sldMk cId="2049320460" sldId="307"/>
            <ac:spMk id="3" creationId="{ABB37113-BEEE-4F38-0352-37221E9A6CB2}"/>
          </ac:spMkLst>
        </pc:spChg>
        <pc:picChg chg="add mod">
          <ac:chgData name="Sreejith Rajan" userId="ec11bca0e4bee75f" providerId="LiveId" clId="{7B4F392D-EAB3-4CE7-903E-F84869825F47}" dt="2026-02-04T08:42:47.844" v="2082" actId="1076"/>
          <ac:picMkLst>
            <pc:docMk/>
            <pc:sldMk cId="2049320460" sldId="307"/>
            <ac:picMk id="5" creationId="{738460E8-2D5F-EDDD-DEA6-242F2367B7F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4/16/2026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4/16/2026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Computer Vision – Module 4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Dr. Sreejith Rajan						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C7A23-0564-8C40-1C9E-FFB7ABFF6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CBF0D62-215A-4F0D-9E87-10286D71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Segmentation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D706CB-E04B-0566-BB29-2BD9C68F6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51E4E5B-1DCC-4BE6-D37C-862AE9CE07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Image Segmentation</a:t>
            </a:r>
          </a:p>
          <a:p>
            <a:r>
              <a:rPr lang="en-IN" dirty="0"/>
              <a:t>│</a:t>
            </a:r>
          </a:p>
          <a:p>
            <a:r>
              <a:rPr lang="en-IN" dirty="0"/>
              <a:t>├── Region-Based</a:t>
            </a:r>
          </a:p>
          <a:p>
            <a:r>
              <a:rPr lang="en-IN" dirty="0"/>
              <a:t>│   ├── Region Growing</a:t>
            </a:r>
          </a:p>
          <a:p>
            <a:r>
              <a:rPr lang="en-IN" dirty="0"/>
              <a:t>│   ├── Splitting</a:t>
            </a:r>
          </a:p>
          <a:p>
            <a:r>
              <a:rPr lang="en-IN" dirty="0"/>
              <a:t>│   ├── Merging</a:t>
            </a:r>
          </a:p>
          <a:p>
            <a:r>
              <a:rPr lang="en-IN" dirty="0"/>
              <a:t>│   ├── Split &amp; Merge</a:t>
            </a:r>
          </a:p>
          <a:p>
            <a:r>
              <a:rPr lang="en-IN" dirty="0"/>
              <a:t>│   └── Thresholding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2CFDB-6D91-CBEE-C012-96F09DEAA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5D857-A056-5BFC-77AF-3B51148F63F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endParaRPr lang="en-IN" dirty="0"/>
          </a:p>
          <a:p>
            <a:r>
              <a:rPr lang="en-IN" dirty="0"/>
              <a:t>└── Edge-Based</a:t>
            </a:r>
          </a:p>
          <a:p>
            <a:r>
              <a:rPr lang="en-IN" dirty="0"/>
              <a:t>    ├── Gradient Methods</a:t>
            </a:r>
          </a:p>
          <a:p>
            <a:r>
              <a:rPr lang="en-IN" dirty="0"/>
              <a:t>    ├── Second-Order Methods</a:t>
            </a:r>
          </a:p>
          <a:p>
            <a:r>
              <a:rPr lang="en-IN" dirty="0"/>
              <a:t>    ├── Canny</a:t>
            </a:r>
          </a:p>
          <a:p>
            <a:r>
              <a:rPr lang="en-IN" dirty="0"/>
              <a:t>    ├── Edge Linking</a:t>
            </a:r>
          </a:p>
          <a:p>
            <a:r>
              <a:rPr lang="en-IN" dirty="0"/>
              <a:t>    └── Active Contours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4669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Region Growing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Start from a </a:t>
            </a:r>
            <a:r>
              <a:rPr lang="en-US" b="1" dirty="0"/>
              <a:t>seed pixel</a:t>
            </a:r>
            <a:r>
              <a:rPr lang="en-US" dirty="0"/>
              <a:t> and grow the region by adding neighboring pixels that are similar.</a:t>
            </a:r>
          </a:p>
          <a:p>
            <a:r>
              <a:rPr lang="en-US" b="1" dirty="0"/>
              <a:t>Steps</a:t>
            </a:r>
          </a:p>
          <a:p>
            <a:r>
              <a:rPr lang="en-US" dirty="0"/>
              <a:t>Choose seed(s)</a:t>
            </a:r>
          </a:p>
          <a:p>
            <a:r>
              <a:rPr lang="en-US" dirty="0"/>
              <a:t>Define similarity criterion</a:t>
            </a:r>
          </a:p>
          <a:p>
            <a:r>
              <a:rPr lang="en-US" dirty="0"/>
              <a:t>Check neighbors</a:t>
            </a:r>
          </a:p>
          <a:p>
            <a:r>
              <a:rPr lang="en-US" dirty="0"/>
              <a:t>Add similar pixels</a:t>
            </a:r>
          </a:p>
          <a:p>
            <a:r>
              <a:rPr lang="en-US" dirty="0"/>
              <a:t>Repeat until no change</a:t>
            </a:r>
          </a:p>
          <a:p>
            <a:r>
              <a:rPr lang="en-US" b="1" dirty="0"/>
              <a:t>✅ Key Point</a:t>
            </a:r>
          </a:p>
          <a:p>
            <a:r>
              <a:rPr lang="en-US" dirty="0"/>
              <a:t>Works like </a:t>
            </a:r>
            <a:r>
              <a:rPr lang="en-US" b="1" dirty="0"/>
              <a:t>“flood fill”</a:t>
            </a:r>
            <a:endParaRPr lang="en-US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0519-B972-8D7F-8C58-9C23D0EDE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 Splitting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F247C-BC93-52DB-77E7-71348FF77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Concept</a:t>
            </a:r>
          </a:p>
          <a:p>
            <a:pPr marL="0" indent="0">
              <a:buNone/>
            </a:pPr>
            <a:r>
              <a:rPr lang="en-US" dirty="0"/>
              <a:t>Start with the whole image → </a:t>
            </a:r>
            <a:r>
              <a:rPr lang="en-US" b="1" dirty="0"/>
              <a:t>divide into smaller regions</a:t>
            </a:r>
            <a:r>
              <a:rPr lang="en-US" dirty="0"/>
              <a:t> until each is homogeneous.</a:t>
            </a:r>
          </a:p>
          <a:p>
            <a:r>
              <a:rPr lang="en-US" b="1" dirty="0"/>
              <a:t>Method</a:t>
            </a:r>
          </a:p>
          <a:p>
            <a:pPr marL="0" indent="0">
              <a:buNone/>
            </a:pPr>
            <a:r>
              <a:rPr lang="en-US" dirty="0"/>
              <a:t>Uses </a:t>
            </a:r>
            <a:r>
              <a:rPr lang="en-US" b="1" dirty="0"/>
              <a:t>quadtree decomposition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Split if the region fails the uniformity test</a:t>
            </a:r>
          </a:p>
          <a:p>
            <a:r>
              <a:rPr lang="en-US" b="1" dirty="0"/>
              <a:t>Key Point</a:t>
            </a:r>
          </a:p>
          <a:p>
            <a:pPr marL="0" indent="0">
              <a:buNone/>
            </a:pPr>
            <a:r>
              <a:rPr lang="en-US" dirty="0"/>
              <a:t>Top-down approach</a:t>
            </a:r>
          </a:p>
          <a:p>
            <a:r>
              <a:rPr lang="en-US" b="1" dirty="0"/>
              <a:t>Limitation</a:t>
            </a:r>
          </a:p>
          <a:p>
            <a:pPr marL="0" indent="0">
              <a:buNone/>
            </a:pPr>
            <a:r>
              <a:rPr lang="en-US" dirty="0"/>
              <a:t>May produce blocky regions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9394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85866-866C-8F75-495A-ED852007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8EBB6-5B46-2D10-2765-BD4D2CCFE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Region merging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3A8D69B-BC15-31D9-C633-B4516DA6E6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91544" y="1988840"/>
            <a:ext cx="6452407" cy="397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Concept</a:t>
            </a:r>
          </a:p>
          <a:p>
            <a:pPr marL="0" indent="0">
              <a:buNone/>
            </a:pPr>
            <a:r>
              <a:rPr lang="en-US" sz="1800" dirty="0"/>
              <a:t>Start with small regions → </a:t>
            </a:r>
            <a:r>
              <a:rPr lang="en-US" sz="1800" b="1" dirty="0"/>
              <a:t>merge similar neighboring regions</a:t>
            </a:r>
            <a:endParaRPr lang="en-US" sz="1800" dirty="0"/>
          </a:p>
          <a:p>
            <a:r>
              <a:rPr lang="en-US" sz="1800" b="1" dirty="0"/>
              <a:t>Condition</a:t>
            </a:r>
          </a:p>
          <a:p>
            <a:pPr marL="0" indent="0">
              <a:buNone/>
            </a:pPr>
            <a:r>
              <a:rPr lang="en-US" sz="1800" dirty="0"/>
              <a:t>Merge if similarity condition satisfied</a:t>
            </a:r>
          </a:p>
          <a:p>
            <a:r>
              <a:rPr lang="en-US" sz="1800" b="1" dirty="0"/>
              <a:t> Key Point</a:t>
            </a:r>
          </a:p>
          <a:p>
            <a:pPr marL="0" indent="0">
              <a:buNone/>
            </a:pPr>
            <a:r>
              <a:rPr lang="en-US" sz="1800" dirty="0"/>
              <a:t>Bottom-up approach</a:t>
            </a:r>
          </a:p>
          <a:p>
            <a:r>
              <a:rPr lang="en-US" sz="1800" b="1" dirty="0"/>
              <a:t> Limitation</a:t>
            </a:r>
          </a:p>
          <a:p>
            <a:pPr marL="0" indent="0">
              <a:buNone/>
            </a:pPr>
            <a:r>
              <a:rPr lang="en-US" sz="1800" dirty="0"/>
              <a:t>Risk of incorrect merging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50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20098-AF40-A755-5E52-C5D22FAD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1CC4-E3FE-6696-D7D4-DCDC65C9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Split and Merge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B00306-262A-5366-192D-C9904A2BB8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19536" y="2060848"/>
            <a:ext cx="4115229" cy="301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dirty="0"/>
              <a:t>Combination of:</a:t>
            </a:r>
          </a:p>
          <a:p>
            <a:r>
              <a:rPr lang="en-US" sz="1800" dirty="0"/>
              <a:t>Splitting (divide non-uniform regions)</a:t>
            </a:r>
          </a:p>
          <a:p>
            <a:r>
              <a:rPr lang="en-US" sz="1800" dirty="0"/>
              <a:t>Merging (combine similar regions)</a:t>
            </a:r>
          </a:p>
          <a:p>
            <a:r>
              <a:rPr lang="en-US" sz="1800" b="1" dirty="0"/>
              <a:t> Key Point</a:t>
            </a:r>
          </a:p>
          <a:p>
            <a:r>
              <a:rPr lang="en-US" sz="1800" dirty="0"/>
              <a:t>Balances both approaches</a:t>
            </a:r>
          </a:p>
          <a:p>
            <a:r>
              <a:rPr lang="en-US" sz="1800" dirty="0"/>
              <a:t>More accurate than using either alone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94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AE018-F11F-F1A2-B320-008B92C81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Thresholding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9EE9C-C7BC-5A4C-1C18-9B0C7C019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821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C73F-CDA9-DD6C-267F-97D5023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Edge Based Methods – Gradient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DC38E5-E1BA-BDBA-3A7D-013F812C14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916832"/>
                <a:ext cx="9144000" cy="42672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b="1" dirty="0"/>
                  <a:t>Concept : </a:t>
                </a:r>
                <a:r>
                  <a:rPr lang="en-IN" dirty="0"/>
                  <a:t>Use </a:t>
                </a:r>
                <a:r>
                  <a:rPr lang="en-IN" b="1" dirty="0"/>
                  <a:t>first derivative</a:t>
                </a:r>
                <a:r>
                  <a:rPr lang="en-IN" dirty="0"/>
                  <a:t> to detect edges</a:t>
                </a:r>
              </a:p>
              <a:p>
                <a:pPr marL="0" indent="0">
                  <a:buNone/>
                </a:pPr>
                <a:r>
                  <a:rPr lang="en-IN" b="1" dirty="0"/>
                  <a:t>Operators</a:t>
                </a:r>
              </a:p>
              <a:p>
                <a:r>
                  <a:rPr lang="en-IN" dirty="0"/>
                  <a:t>Sobel</a:t>
                </a:r>
              </a:p>
              <a:p>
                <a:r>
                  <a:rPr lang="en-IN" dirty="0"/>
                  <a:t>Prewitt</a:t>
                </a:r>
              </a:p>
              <a:p>
                <a:r>
                  <a:rPr lang="en-IN" dirty="0"/>
                  <a:t>Roberts</a:t>
                </a:r>
              </a:p>
              <a:p>
                <a:r>
                  <a:rPr lang="en-IN" b="1" dirty="0"/>
                  <a:t>Formula</a:t>
                </a:r>
              </a:p>
              <a:p>
                <a:pPr marL="36576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 Key Point</a:t>
                </a:r>
              </a:p>
              <a:p>
                <a:r>
                  <a:rPr lang="en-IN" dirty="0"/>
                  <a:t>Simple and fast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DC38E5-E1BA-BDBA-3A7D-013F812C14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916832"/>
                <a:ext cx="9144000" cy="4267200"/>
              </a:xfrm>
              <a:blipFill>
                <a:blip r:embed="rId2"/>
                <a:stretch>
                  <a:fillRect l="-667" t="-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7398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ACBC2-E8B7-F64F-97E1-EDCBE64A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203E6-B395-60BD-8553-7869DA756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Second-Order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74F7A-C7FB-FC2F-19AE-479543AA5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Concept: </a:t>
            </a:r>
            <a:r>
              <a:rPr lang="en-IN" dirty="0"/>
              <a:t>Use the </a:t>
            </a:r>
            <a:r>
              <a:rPr lang="en-IN" b="1" dirty="0"/>
              <a:t>second derivative</a:t>
            </a:r>
            <a:r>
              <a:rPr lang="en-IN" dirty="0"/>
              <a:t> of intensity</a:t>
            </a:r>
          </a:p>
          <a:p>
            <a:pPr marL="0" indent="0">
              <a:buNone/>
            </a:pPr>
            <a:r>
              <a:rPr lang="en-IN" b="1" dirty="0"/>
              <a:t>Methods</a:t>
            </a:r>
          </a:p>
          <a:p>
            <a:pPr lvl="1"/>
            <a:r>
              <a:rPr lang="en-IN" dirty="0"/>
              <a:t>Laplacian</a:t>
            </a:r>
          </a:p>
          <a:p>
            <a:pPr lvl="1"/>
            <a:r>
              <a:rPr lang="en-IN" dirty="0" err="1"/>
              <a:t>LoG</a:t>
            </a:r>
            <a:r>
              <a:rPr lang="en-IN" dirty="0"/>
              <a:t> (Laplacian of Gaussian)</a:t>
            </a:r>
          </a:p>
          <a:p>
            <a:pPr marL="0" indent="0">
              <a:buNone/>
            </a:pPr>
            <a:r>
              <a:rPr lang="en-IN" b="1" dirty="0"/>
              <a:t>Detection</a:t>
            </a:r>
          </a:p>
          <a:p>
            <a:r>
              <a:rPr lang="en-IN" dirty="0"/>
              <a:t>Edges at </a:t>
            </a:r>
            <a:r>
              <a:rPr lang="en-IN" b="1" dirty="0"/>
              <a:t>zero-crossings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Key Point</a:t>
            </a:r>
          </a:p>
          <a:p>
            <a:r>
              <a:rPr lang="en-IN" dirty="0"/>
              <a:t>Detects fine details</a:t>
            </a:r>
          </a:p>
          <a:p>
            <a:pPr marL="0" indent="0">
              <a:buNone/>
            </a:pPr>
            <a:r>
              <a:rPr lang="en-IN" b="1" dirty="0"/>
              <a:t>Limitation</a:t>
            </a:r>
          </a:p>
          <a:p>
            <a:r>
              <a:rPr lang="en-IN" dirty="0"/>
              <a:t>Very sensitive to noise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715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D470A-F35B-E369-AE37-3E931EF4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Canny Edge detection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1D9F3-3754-0951-291F-32DE0C70D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Concept: </a:t>
            </a:r>
            <a:r>
              <a:rPr lang="en-IN" dirty="0"/>
              <a:t>Multi-stage, optimal edge detector</a:t>
            </a:r>
          </a:p>
          <a:p>
            <a:pPr marL="0" indent="0">
              <a:buNone/>
            </a:pPr>
            <a:r>
              <a:rPr lang="en-IN" b="1" dirty="0"/>
              <a:t> Steps</a:t>
            </a:r>
          </a:p>
          <a:p>
            <a:r>
              <a:rPr lang="en-IN" dirty="0"/>
              <a:t>Noise reduction</a:t>
            </a:r>
          </a:p>
          <a:p>
            <a:r>
              <a:rPr lang="en-IN" dirty="0"/>
              <a:t>Gradient calculation</a:t>
            </a:r>
          </a:p>
          <a:p>
            <a:r>
              <a:rPr lang="en-IN" dirty="0"/>
              <a:t>Non-max suppression</a:t>
            </a:r>
          </a:p>
          <a:p>
            <a:r>
              <a:rPr lang="en-IN" dirty="0"/>
              <a:t>Double thresholding</a:t>
            </a:r>
          </a:p>
          <a:p>
            <a:r>
              <a:rPr lang="en-IN" dirty="0"/>
              <a:t>Edge tracking</a:t>
            </a:r>
          </a:p>
          <a:p>
            <a:pPr marL="0" indent="0">
              <a:buNone/>
            </a:pPr>
            <a:r>
              <a:rPr lang="en-IN" b="1" dirty="0"/>
              <a:t>Key Point</a:t>
            </a:r>
          </a:p>
          <a:p>
            <a:r>
              <a:rPr lang="en-IN" dirty="0"/>
              <a:t>Best trade-off between noise &amp; accuracy</a:t>
            </a:r>
          </a:p>
          <a:p>
            <a:endParaRPr lang="ar-AE" dirty="0"/>
          </a:p>
        </p:txBody>
      </p:sp>
    </p:spTree>
    <p:extLst>
      <p:ext uri="{BB962C8B-B14F-4D97-AF65-F5344CB8AC3E}">
        <p14:creationId xmlns:p14="http://schemas.microsoft.com/office/powerpoint/2010/main" val="3476075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6669E-BD96-D32E-B9BA-7F8E7841B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Edge Linking/Contour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A62D9-96EA-6D70-E1BD-2206E6FA3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Concept :</a:t>
            </a:r>
            <a:r>
              <a:rPr lang="en-US" dirty="0"/>
              <a:t>Convert detected edges into </a:t>
            </a:r>
            <a:r>
              <a:rPr lang="en-US" b="1" dirty="0"/>
              <a:t>continuous boundaries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Methods</a:t>
            </a:r>
          </a:p>
          <a:p>
            <a:r>
              <a:rPr lang="en-US" dirty="0"/>
              <a:t>Hough Transform</a:t>
            </a:r>
          </a:p>
          <a:p>
            <a:r>
              <a:rPr lang="en-US" dirty="0"/>
              <a:t>Contour tracing</a:t>
            </a:r>
          </a:p>
          <a:p>
            <a:r>
              <a:rPr lang="en-US" dirty="0"/>
              <a:t>Graph-based linking</a:t>
            </a:r>
          </a:p>
          <a:p>
            <a:pPr marL="0" indent="0">
              <a:buNone/>
            </a:pPr>
            <a:r>
              <a:rPr lang="en-US" b="1" dirty="0"/>
              <a:t>Key Point</a:t>
            </a:r>
          </a:p>
          <a:p>
            <a:r>
              <a:rPr lang="en-US" dirty="0"/>
              <a:t>Helps form complete objects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901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E5E69-DBB8-9A84-901B-F8902586E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Active Contours(Snakes)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7A0A3-2CAD-9B82-BB0A-D31121435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Concept: </a:t>
            </a:r>
            <a:r>
              <a:rPr lang="en-US" dirty="0"/>
              <a:t>A curve evolves to fit object boundary by minimizing energy</a:t>
            </a:r>
          </a:p>
          <a:p>
            <a:pPr marL="0" indent="0">
              <a:buNone/>
            </a:pPr>
            <a:r>
              <a:rPr lang="en-US" b="1" dirty="0"/>
              <a:t> Energy Components</a:t>
            </a:r>
          </a:p>
          <a:p>
            <a:r>
              <a:rPr lang="en-US" dirty="0"/>
              <a:t>Internal (smoothness)</a:t>
            </a:r>
          </a:p>
          <a:p>
            <a:r>
              <a:rPr lang="en-US" dirty="0"/>
              <a:t>External (image forces)</a:t>
            </a:r>
          </a:p>
          <a:p>
            <a:pPr marL="0" indent="0">
              <a:buNone/>
            </a:pPr>
            <a:r>
              <a:rPr lang="en-US" b="1" dirty="0"/>
              <a:t>Key Point</a:t>
            </a:r>
          </a:p>
          <a:p>
            <a:r>
              <a:rPr lang="en-US" dirty="0"/>
              <a:t>Flexible and accurate for complex shapes</a:t>
            </a:r>
          </a:p>
          <a:p>
            <a:pPr marL="0" indent="0">
              <a:buNone/>
            </a:pPr>
            <a:r>
              <a:rPr lang="en-US" b="1" dirty="0"/>
              <a:t>Limitation</a:t>
            </a:r>
          </a:p>
          <a:p>
            <a:r>
              <a:rPr lang="en-US" dirty="0"/>
              <a:t>Needs good </a:t>
            </a:r>
            <a:r>
              <a:rPr lang="en-US" dirty="0" err="1"/>
              <a:t>initialisation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352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92AA-1055-9884-9E8E-41DC759E3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Cut (Energy Minimization Segmentation)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D2AEA-A38C-476F-5A82-B90CEC05F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image into a </a:t>
            </a:r>
            <a:r>
              <a:rPr lang="en-US" b="1" dirty="0"/>
              <a:t>graph</a:t>
            </a:r>
            <a:r>
              <a:rPr lang="en-US" dirty="0"/>
              <a:t> and cut it optimally</a:t>
            </a:r>
          </a:p>
          <a:p>
            <a:r>
              <a:rPr lang="en-US" dirty="0"/>
              <a:t>Imagine:</a:t>
            </a:r>
          </a:p>
          <a:p>
            <a:pPr lvl="1"/>
            <a:r>
              <a:rPr lang="en-US" dirty="0"/>
              <a:t>Every pixel is a </a:t>
            </a:r>
            <a:r>
              <a:rPr lang="en-US" b="1" dirty="0"/>
              <a:t>node</a:t>
            </a:r>
          </a:p>
          <a:p>
            <a:pPr lvl="1"/>
            <a:r>
              <a:rPr lang="en-US" dirty="0"/>
              <a:t>Similar pixels are </a:t>
            </a:r>
            <a:r>
              <a:rPr lang="en-US" b="1" dirty="0"/>
              <a:t>strongly connected</a:t>
            </a:r>
          </a:p>
          <a:p>
            <a:pPr lvl="1"/>
            <a:r>
              <a:rPr lang="en-US" dirty="0"/>
              <a:t>Different pixels are </a:t>
            </a:r>
            <a:r>
              <a:rPr lang="en-US" b="1" dirty="0"/>
              <a:t>weakly connected</a:t>
            </a:r>
            <a:endParaRPr lang="en-US" dirty="0"/>
          </a:p>
          <a:p>
            <a:r>
              <a:rPr lang="en-US" dirty="0"/>
              <a:t>Now:</a:t>
            </a:r>
          </a:p>
          <a:p>
            <a:pPr lvl="1"/>
            <a:r>
              <a:rPr lang="en-US" dirty="0"/>
              <a:t>If you “cut” the weakest connections</a:t>
            </a:r>
          </a:p>
          <a:p>
            <a:pPr lvl="1"/>
            <a:r>
              <a:rPr lang="en-US" dirty="0"/>
              <a:t>The image splits into regions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187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C8D5-0E8A-1AFA-6106-4F70146C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F7360-525A-24F6-1C98-4CE35AF17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Nodes</a:t>
            </a:r>
          </a:p>
          <a:p>
            <a:pPr lvl="1"/>
            <a:r>
              <a:rPr lang="en-US" dirty="0"/>
              <a:t>Each pixel = node </a:t>
            </a:r>
          </a:p>
          <a:p>
            <a:pPr lvl="1"/>
            <a:r>
              <a:rPr lang="en-US" dirty="0"/>
              <a:t>Plus two special nodes: </a:t>
            </a:r>
          </a:p>
          <a:p>
            <a:pPr lvl="2"/>
            <a:r>
              <a:rPr lang="en-US" b="1" dirty="0"/>
              <a:t>Source (S)</a:t>
            </a:r>
            <a:r>
              <a:rPr lang="en-US" dirty="0"/>
              <a:t> → foreground </a:t>
            </a:r>
          </a:p>
          <a:p>
            <a:pPr lvl="2"/>
            <a:r>
              <a:rPr lang="en-US" b="1" dirty="0"/>
              <a:t>Sink (T)</a:t>
            </a:r>
            <a:r>
              <a:rPr lang="en-US" dirty="0"/>
              <a:t> → background</a:t>
            </a:r>
          </a:p>
          <a:p>
            <a:r>
              <a:rPr lang="en-US" b="1" dirty="0"/>
              <a:t> N-links (Neighbor links)</a:t>
            </a:r>
          </a:p>
          <a:p>
            <a:pPr lvl="1"/>
            <a:r>
              <a:rPr lang="en-US" dirty="0"/>
              <a:t>Between pixels</a:t>
            </a:r>
          </a:p>
          <a:p>
            <a:pPr lvl="2"/>
            <a:r>
              <a:rPr lang="en-US" dirty="0"/>
              <a:t>Strong if similar </a:t>
            </a:r>
          </a:p>
          <a:p>
            <a:pPr lvl="2"/>
            <a:r>
              <a:rPr lang="en-US" dirty="0"/>
              <a:t>Weak if different </a:t>
            </a:r>
          </a:p>
          <a:p>
            <a:r>
              <a:rPr lang="en-US" b="1" dirty="0"/>
              <a:t>T-links (Terminal links)</a:t>
            </a:r>
          </a:p>
          <a:p>
            <a:pPr lvl="1"/>
            <a:r>
              <a:rPr lang="en-US" dirty="0"/>
              <a:t>Pixel → Source / Sink</a:t>
            </a:r>
          </a:p>
          <a:p>
            <a:pPr lvl="1"/>
            <a:r>
              <a:rPr lang="en-US" dirty="0"/>
              <a:t>Probability of being foreground/background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7753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1DE7B-183E-2252-3146-B33476A4E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4CC2A7-C4CF-75A8-4BCA-9CDB20C4C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270" y="1988840"/>
            <a:ext cx="4908146" cy="426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D4795C-CDBC-BA42-9886-05F84CEEDD10}"/>
              </a:ext>
            </a:extLst>
          </p:cNvPr>
          <p:cNvSpPr txBox="1"/>
          <p:nvPr/>
        </p:nvSpPr>
        <p:spPr>
          <a:xfrm>
            <a:off x="1343472" y="193470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A “CUT”?</a:t>
            </a:r>
          </a:p>
          <a:p>
            <a:pPr>
              <a:buNone/>
            </a:pPr>
            <a:r>
              <a:rPr lang="en-US" dirty="0"/>
              <a:t>A cut divides graph into: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Foreground group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Background group</a:t>
            </a:r>
          </a:p>
        </p:txBody>
      </p:sp>
    </p:spTree>
    <p:extLst>
      <p:ext uri="{BB962C8B-B14F-4D97-AF65-F5344CB8AC3E}">
        <p14:creationId xmlns:p14="http://schemas.microsoft.com/office/powerpoint/2010/main" val="2621638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81FE9-8F40-8849-43CA-B6AC3029C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CA577-6B2C-6DBE-1319-4AC612E30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1: Assign probabilities</a:t>
            </a:r>
          </a:p>
          <a:p>
            <a:pPr lvl="1"/>
            <a:r>
              <a:rPr lang="en-US" dirty="0"/>
              <a:t>Each pixel:</a:t>
            </a:r>
          </a:p>
          <a:p>
            <a:pPr lvl="2"/>
            <a:r>
              <a:rPr lang="en-US" dirty="0"/>
              <a:t>Likely foreground </a:t>
            </a:r>
          </a:p>
          <a:p>
            <a:pPr lvl="2"/>
            <a:r>
              <a:rPr lang="en-US" dirty="0"/>
              <a:t>Likely background </a:t>
            </a:r>
          </a:p>
          <a:p>
            <a:pPr lvl="2"/>
            <a:endParaRPr lang="en-US" dirty="0"/>
          </a:p>
          <a:p>
            <a:r>
              <a:rPr lang="en-US" b="1" dirty="0"/>
              <a:t>Step 2: Build graph</a:t>
            </a:r>
          </a:p>
          <a:p>
            <a:pPr lvl="1"/>
            <a:r>
              <a:rPr lang="en-US" dirty="0"/>
              <a:t>Add nodes </a:t>
            </a:r>
          </a:p>
          <a:p>
            <a:pPr lvl="1"/>
            <a:r>
              <a:rPr lang="en-US" dirty="0"/>
              <a:t>Add edges with weights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014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81DAA-1038-EFC9-8752-AA5E5BE6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E89BD-FFC4-26D2-20A6-60C1BDF17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3: Apply Min-Cut / Max-Flow</a:t>
            </a:r>
          </a:p>
          <a:p>
            <a:pPr lvl="1"/>
            <a:r>
              <a:rPr lang="en-US" dirty="0"/>
              <a:t> Algorithm finds optimal cut</a:t>
            </a:r>
          </a:p>
          <a:p>
            <a:pPr lvl="1"/>
            <a:endParaRPr lang="en-US" dirty="0"/>
          </a:p>
          <a:p>
            <a:r>
              <a:rPr lang="en-US" b="1" dirty="0"/>
              <a:t>Step 4: Result</a:t>
            </a:r>
          </a:p>
          <a:p>
            <a:pPr lvl="1"/>
            <a:r>
              <a:rPr lang="en-US" dirty="0"/>
              <a:t>Pixels connected to Source → Foreground </a:t>
            </a:r>
          </a:p>
          <a:p>
            <a:pPr lvl="1"/>
            <a:r>
              <a:rPr lang="en-US" dirty="0"/>
              <a:t>Pixels connected to Sink → Background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9937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BBEB6-2F84-77D8-E249-46C60189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Mean Shift Segmentation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A5A1E-CD4B-729C-FE4E-3B97C6739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 Shift is a clustering algorithm that finds dense regions (clusters) in data by iteratively shifting points toward the average (mean) of nearby points.’</a:t>
            </a:r>
          </a:p>
          <a:p>
            <a:r>
              <a:rPr lang="en-US" dirty="0"/>
              <a:t>Place a window (circle/sphere) over data points</a:t>
            </a:r>
          </a:p>
          <a:p>
            <a:r>
              <a:rPr lang="en-US" dirty="0"/>
              <a:t>Compute the mean of points inside the window</a:t>
            </a:r>
          </a:p>
          <a:p>
            <a:r>
              <a:rPr lang="en-US" dirty="0"/>
              <a:t>Move the window to that mean</a:t>
            </a:r>
          </a:p>
          <a:p>
            <a:r>
              <a:rPr lang="en-US" dirty="0"/>
              <a:t>Repeat until it stops moving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884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87544-6252-1469-6DB1-18E36AAAC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21D2EA-DCD6-5F35-C964-061AAED22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4" y="1844824"/>
            <a:ext cx="714375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68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F2CE-4656-AD55-4359-34537B5D6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2FE277-71FF-1C30-E2B8-0A34DF0F12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6810" y="2204864"/>
            <a:ext cx="582723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Pick a point x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 (bandwidth h)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 mean of points inside window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 point to mean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 until convergence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Points converging to same location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cluster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9577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60A33-38A0-0F0B-5B52-FB720FA1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MRFS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21476-20FD-0943-852E-82553BD89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Markov Random Field (MRF)</a:t>
            </a:r>
            <a:r>
              <a:rPr lang="en-US" dirty="0"/>
              <a:t> is a model that says: </a:t>
            </a:r>
            <a:r>
              <a:rPr lang="en-US" b="1" dirty="0"/>
              <a:t>“A pixel’s label depends on its neighbors.”</a:t>
            </a:r>
            <a:endParaRPr lang="en-US" dirty="0"/>
          </a:p>
          <a:p>
            <a:r>
              <a:rPr lang="en-US" dirty="0"/>
              <a:t>In images:</a:t>
            </a:r>
          </a:p>
          <a:p>
            <a:pPr lvl="1"/>
            <a:r>
              <a:rPr lang="en-US" dirty="0"/>
              <a:t>Pixels are </a:t>
            </a:r>
            <a:r>
              <a:rPr lang="en-US" b="1" dirty="0"/>
              <a:t>not independent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Nearby pixels usually belong to the </a:t>
            </a:r>
            <a:r>
              <a:rPr lang="en-US" b="1" dirty="0"/>
              <a:t>same region/object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056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B843F-6C49-D2A8-CE8E-680937589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Intuition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DB3C2-3C9A-F265-3E85-18736CE8F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an image like a grid:</a:t>
            </a:r>
          </a:p>
          <a:p>
            <a:pPr lvl="1"/>
            <a:r>
              <a:rPr lang="en-US" dirty="0"/>
              <a:t>Each pixel = a </a:t>
            </a:r>
            <a:r>
              <a:rPr lang="en-US" b="1" dirty="0"/>
              <a:t>node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Neighboring pixels = </a:t>
            </a:r>
            <a:r>
              <a:rPr lang="en-US" b="1" dirty="0"/>
              <a:t>connected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Labels = object classes (background, cell, edge, etc.) </a:t>
            </a:r>
          </a:p>
          <a:p>
            <a:r>
              <a:rPr lang="en-US" dirty="0"/>
              <a:t> If most neighbors are “cell”, this pixel is likely also “cell”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728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9756-7069-3A0D-CD48-5AC5486CE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4E244-615A-D103-E350-E14E69085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initial labels(from thresholding / Mean Shift)</a:t>
            </a:r>
          </a:p>
          <a:p>
            <a:r>
              <a:rPr lang="en-US" dirty="0"/>
              <a:t>Define neighborhood system(4-neighbor or 8-neighbor)</a:t>
            </a:r>
          </a:p>
          <a:p>
            <a:r>
              <a:rPr lang="en-US" dirty="0"/>
              <a:t>Compute energy</a:t>
            </a:r>
          </a:p>
          <a:p>
            <a:r>
              <a:rPr lang="en-US" dirty="0"/>
              <a:t>Update labels to reduce energy</a:t>
            </a:r>
          </a:p>
          <a:p>
            <a:r>
              <a:rPr lang="en-US" dirty="0"/>
              <a:t>Repeat until stable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0464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FBB2-1FB0-B733-6D67-897B4292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38B1E-BA5B-4733-7236-FB5B56CB8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✅ Removes noise</a:t>
            </a:r>
          </a:p>
          <a:p>
            <a:pPr marL="0" indent="0">
              <a:buNone/>
            </a:pPr>
            <a:r>
              <a:rPr lang="en-US" b="1" dirty="0"/>
              <a:t>✅ Enforces spatial consistency</a:t>
            </a:r>
          </a:p>
          <a:p>
            <a:pPr marL="0" indent="0">
              <a:buNone/>
            </a:pPr>
            <a:r>
              <a:rPr lang="en-US" b="1" dirty="0"/>
              <a:t>✅ Produces smooth regions</a:t>
            </a:r>
          </a:p>
          <a:p>
            <a:pPr marL="0" indent="0">
              <a:buNone/>
            </a:pPr>
            <a:r>
              <a:rPr lang="en-US" b="1" dirty="0"/>
              <a:t>✅ Works well with segmentation outputs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258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3F6F-3E6C-F997-7BFB-565B22A3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Texture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81B9C-A72A-CB9A-A758-435A3D8D0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Texture segmentation</a:t>
            </a:r>
            <a:r>
              <a:rPr lang="en-US" dirty="0"/>
              <a:t> means dividing an image into regions based on </a:t>
            </a:r>
            <a:r>
              <a:rPr lang="en-US" b="1" dirty="0"/>
              <a:t>repeating patterns</a:t>
            </a:r>
            <a:r>
              <a:rPr lang="en-US" dirty="0"/>
              <a:t>, not just color.</a:t>
            </a:r>
          </a:p>
          <a:p>
            <a:r>
              <a:rPr lang="en-IN" dirty="0"/>
              <a:t>Why Texture Matters</a:t>
            </a:r>
          </a:p>
          <a:p>
            <a:pPr lvl="1"/>
            <a:r>
              <a:rPr lang="en-IN" dirty="0"/>
              <a:t>Two regions may have:</a:t>
            </a:r>
          </a:p>
          <a:p>
            <a:pPr lvl="1"/>
            <a:r>
              <a:rPr lang="en-IN" dirty="0"/>
              <a:t>Same </a:t>
            </a:r>
            <a:r>
              <a:rPr lang="en-IN" dirty="0" err="1"/>
              <a:t>color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Different texture </a:t>
            </a:r>
          </a:p>
          <a:p>
            <a:pPr lvl="1"/>
            <a:r>
              <a:rPr lang="en-IN" dirty="0"/>
              <a:t>✅Example:  Grass vs green cloth</a:t>
            </a:r>
          </a:p>
        </p:txBody>
      </p:sp>
    </p:spTree>
    <p:extLst>
      <p:ext uri="{BB962C8B-B14F-4D97-AF65-F5344CB8AC3E}">
        <p14:creationId xmlns:p14="http://schemas.microsoft.com/office/powerpoint/2010/main" val="4100169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A1E9-0E0E-20EE-318E-810D419CC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Texture is represented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0136C-148E-71E9-53E4-124785C5A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Texture is described using </a:t>
            </a:r>
            <a:r>
              <a:rPr lang="en-IN" b="1" dirty="0"/>
              <a:t>features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b="1" dirty="0"/>
              <a:t>1. Statistical Features</a:t>
            </a:r>
          </a:p>
          <a:p>
            <a:r>
              <a:rPr lang="en-IN" dirty="0"/>
              <a:t>Mean, variance </a:t>
            </a:r>
          </a:p>
          <a:p>
            <a:r>
              <a:rPr lang="en-IN" dirty="0"/>
              <a:t>Gray-Level Co-occurrence Matrix (GLCM) </a:t>
            </a:r>
          </a:p>
          <a:p>
            <a:pPr marL="0" indent="0">
              <a:buNone/>
            </a:pPr>
            <a:r>
              <a:rPr lang="en-IN" dirty="0"/>
              <a:t>👉 Captures intensity relationships</a:t>
            </a:r>
          </a:p>
          <a:p>
            <a:pPr marL="0" indent="0">
              <a:buNone/>
            </a:pPr>
            <a:r>
              <a:rPr lang="en-IN" b="1" dirty="0"/>
              <a:t>2. Filter-Based Features</a:t>
            </a:r>
          </a:p>
          <a:p>
            <a:r>
              <a:rPr lang="en-IN" dirty="0"/>
              <a:t>Gabor filters </a:t>
            </a:r>
          </a:p>
          <a:p>
            <a:r>
              <a:rPr lang="en-IN" dirty="0"/>
              <a:t>Wavelets </a:t>
            </a:r>
          </a:p>
          <a:p>
            <a:pPr marL="0" indent="0">
              <a:buNone/>
            </a:pPr>
            <a:r>
              <a:rPr lang="en-IN" dirty="0"/>
              <a:t>👉 Detect patterns at different scales &amp; orientations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1420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2A4E-4BB7-6549-0425-02FB91A34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7BE36-88CC-E146-9F21-EE74052FF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Local Binary Patterns (LBP)</a:t>
            </a:r>
          </a:p>
          <a:p>
            <a:r>
              <a:rPr lang="en-US" dirty="0"/>
              <a:t>Encodes local neighborhood structure </a:t>
            </a:r>
          </a:p>
          <a:p>
            <a:pPr marL="0" indent="0">
              <a:buNone/>
            </a:pPr>
            <a:r>
              <a:rPr lang="en-US" dirty="0"/>
              <a:t>👉 Very popular for:</a:t>
            </a:r>
          </a:p>
          <a:p>
            <a:r>
              <a:rPr lang="en-US" dirty="0"/>
              <a:t>Face recognition </a:t>
            </a:r>
          </a:p>
          <a:p>
            <a:r>
              <a:rPr lang="en-US" dirty="0"/>
              <a:t>Medical imaging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696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5BD1-1411-90C0-8FB5-E50CDCD36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Texture segmentation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D743B-8762-760A-DC8A-CC8B33C3B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Input Image</a:t>
            </a:r>
          </a:p>
          <a:p>
            <a:r>
              <a:rPr lang="en-IN" dirty="0"/>
              <a:t>Apply texture operators (Gabor / LBP / GLCM)</a:t>
            </a:r>
          </a:p>
          <a:p>
            <a:r>
              <a:rPr lang="en-IN" dirty="0"/>
              <a:t>Generate feature map</a:t>
            </a:r>
          </a:p>
          <a:p>
            <a:r>
              <a:rPr lang="en-IN" dirty="0"/>
              <a:t>Cluster pixels (K-means / Mean Shift)</a:t>
            </a:r>
          </a:p>
          <a:p>
            <a:r>
              <a:rPr lang="en-IN" dirty="0"/>
              <a:t>Label regions</a:t>
            </a:r>
          </a:p>
        </p:txBody>
      </p:sp>
    </p:spTree>
    <p:extLst>
      <p:ext uri="{BB962C8B-B14F-4D97-AF65-F5344CB8AC3E}">
        <p14:creationId xmlns:p14="http://schemas.microsoft.com/office/powerpoint/2010/main" val="2931515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BB1E5-E313-DF46-E19D-6E713CA5A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6D37C-C770-8BF7-8C96-33C02C07A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Works when color fails</a:t>
            </a:r>
          </a:p>
          <a:p>
            <a:r>
              <a:rPr lang="en-US" b="1" dirty="0"/>
              <a:t>✅ Captures structural information</a:t>
            </a:r>
          </a:p>
          <a:p>
            <a:r>
              <a:rPr lang="en-US" b="1" dirty="0"/>
              <a:t>✅ Powerful for medical images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97079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92B4-A39A-E6E9-5CD8-483342032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04AE-970F-DCBB-641F-5906E010B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 Detection</a:t>
            </a:r>
            <a:r>
              <a:rPr lang="en-US" dirty="0"/>
              <a:t> is the task of:  </a:t>
            </a:r>
            <a:r>
              <a:rPr lang="en-US" b="1" dirty="0"/>
              <a:t>Finding objects + identifying what they are + locating them</a:t>
            </a:r>
            <a:endParaRPr lang="en-US" dirty="0"/>
          </a:p>
          <a:p>
            <a:r>
              <a:rPr lang="en-US" dirty="0"/>
              <a:t>So for each object, we get:</a:t>
            </a:r>
          </a:p>
          <a:p>
            <a:r>
              <a:rPr lang="en-US" dirty="0"/>
              <a:t> Bounding box (location) </a:t>
            </a:r>
          </a:p>
          <a:p>
            <a:r>
              <a:rPr lang="en-US" dirty="0"/>
              <a:t>Label (what it is) </a:t>
            </a:r>
          </a:p>
          <a:p>
            <a:r>
              <a:rPr lang="en-US" dirty="0"/>
              <a:t>Confidence score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F0C242-602F-8FF2-FCA8-29383D708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725" y="2636912"/>
            <a:ext cx="47625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976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DF518-6355-D24D-1013-393358631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Difference from Classification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CF913-04CF-98A2-9DAA-44F238E9B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Classification</a:t>
            </a:r>
            <a:r>
              <a:rPr lang="en-US" dirty="0"/>
              <a:t> → “What is in the image?” </a:t>
            </a:r>
          </a:p>
          <a:p>
            <a:r>
              <a:rPr lang="en-US" b="1" dirty="0"/>
              <a:t>Detection</a:t>
            </a:r>
            <a:r>
              <a:rPr lang="en-US" dirty="0"/>
              <a:t> → “What is in the image AND where?”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6761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27FD5-496A-F766-C306-E1521B4FB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97DCE-382E-C6CD-BEC9-195EC4AC1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image</a:t>
            </a:r>
          </a:p>
          <a:p>
            <a:r>
              <a:rPr lang="en-US" dirty="0"/>
              <a:t>Detect regions of interest</a:t>
            </a:r>
          </a:p>
          <a:p>
            <a:r>
              <a:rPr lang="en-US" dirty="0"/>
              <a:t>Extract features</a:t>
            </a:r>
          </a:p>
          <a:p>
            <a:r>
              <a:rPr lang="en-US" dirty="0"/>
              <a:t>Classify each region</a:t>
            </a:r>
          </a:p>
          <a:p>
            <a:r>
              <a:rPr lang="en-US"/>
              <a:t>Draw </a:t>
            </a:r>
            <a:r>
              <a:rPr lang="en-US" dirty="0"/>
              <a:t>bounding boxes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4390695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5241</TotalTime>
  <Words>987</Words>
  <Application>Microsoft Office PowerPoint</Application>
  <PresentationFormat>Widescreen</PresentationFormat>
  <Paragraphs>228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Cambria Math</vt:lpstr>
      <vt:lpstr>Candara</vt:lpstr>
      <vt:lpstr>Consolas</vt:lpstr>
      <vt:lpstr>Tech Computer 16x9</vt:lpstr>
      <vt:lpstr>Computer Vision – Module 4</vt:lpstr>
      <vt:lpstr>Image Segmentation</vt:lpstr>
      <vt:lpstr>Region Growing</vt:lpstr>
      <vt:lpstr>Region Splitting</vt:lpstr>
      <vt:lpstr>Region merging</vt:lpstr>
      <vt:lpstr>Split and Merge</vt:lpstr>
      <vt:lpstr>Thresholding</vt:lpstr>
      <vt:lpstr>Edge Based Methods – Gradient method</vt:lpstr>
      <vt:lpstr>Second-Order Methods</vt:lpstr>
      <vt:lpstr>Canny Edge detection</vt:lpstr>
      <vt:lpstr>Edge Linking/Contour detection</vt:lpstr>
      <vt:lpstr>Active Contours(Snakes)</vt:lpstr>
      <vt:lpstr>Graph Cut (Energy Minimization Segmentation)</vt:lpstr>
      <vt:lpstr>Graph Representation</vt:lpstr>
      <vt:lpstr>PowerPoint Presentation</vt:lpstr>
      <vt:lpstr>Steps</vt:lpstr>
      <vt:lpstr>PowerPoint Presentation</vt:lpstr>
      <vt:lpstr>Mean Shift Segmentation </vt:lpstr>
      <vt:lpstr>PowerPoint Presentation</vt:lpstr>
      <vt:lpstr>Algorithm</vt:lpstr>
      <vt:lpstr>MRFS</vt:lpstr>
      <vt:lpstr>Intuition </vt:lpstr>
      <vt:lpstr>PowerPoint Presentation</vt:lpstr>
      <vt:lpstr>Advantages</vt:lpstr>
      <vt:lpstr>Texture Segmentation</vt:lpstr>
      <vt:lpstr>How Texture is represented</vt:lpstr>
      <vt:lpstr>PowerPoint Presentation</vt:lpstr>
      <vt:lpstr>Texture segmentation pipeline</vt:lpstr>
      <vt:lpstr>Advantages</vt:lpstr>
      <vt:lpstr>Object Detection</vt:lpstr>
      <vt:lpstr>Difference from Classification </vt:lpstr>
      <vt:lpstr>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Sreejith Rajan</dc:creator>
  <cp:lastModifiedBy>Sreejith Rajan</cp:lastModifiedBy>
  <cp:revision>62</cp:revision>
  <dcterms:created xsi:type="dcterms:W3CDTF">2026-01-28T09:27:21Z</dcterms:created>
  <dcterms:modified xsi:type="dcterms:W3CDTF">2026-04-16T08:15:13Z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