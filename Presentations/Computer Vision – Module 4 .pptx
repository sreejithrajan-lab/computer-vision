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76" r:id="rId3"/>
    <p:sldId id="265" r:id="rId4"/>
    <p:sldId id="277" r:id="rId5"/>
    <p:sldId id="278" r:id="rId6"/>
    <p:sldId id="280" r:id="rId7"/>
    <p:sldId id="354" r:id="rId8"/>
    <p:sldId id="281" r:id="rId9"/>
    <p:sldId id="282" r:id="rId10"/>
    <p:sldId id="283" r:id="rId11"/>
    <p:sldId id="284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80" dt="2026-02-04T08:29:24.9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4T13:28:34.480" v="2087" actId="14100"/>
      <pc:docMkLst>
        <pc:docMk/>
      </pc:docMkLst>
      <pc:sldChg chg="modSp mod">
        <pc:chgData name="Sreejith Rajan" userId="ec11bca0e4bee75f" providerId="LiveId" clId="{7B4F392D-EAB3-4CE7-903E-F84869825F47}" dt="2026-02-04T07:59:58.753" v="1725" actId="6549"/>
        <pc:sldMkLst>
          <pc:docMk/>
          <pc:sldMk cId="242453831" sldId="256"/>
        </pc:sldMkLst>
        <pc:spChg chg="mod">
          <ac:chgData name="Sreejith Rajan" userId="ec11bca0e4bee75f" providerId="LiveId" clId="{7B4F392D-EAB3-4CE7-903E-F84869825F47}" dt="2026-02-04T07:59:58.753" v="1725" actId="6549"/>
          <ac:spMkLst>
            <pc:docMk/>
            <pc:sldMk cId="242453831" sldId="256"/>
            <ac:spMk id="3" creationId="{00000000-0000-0000-0000-000000000000}"/>
          </ac:spMkLst>
        </pc:spChg>
      </pc:sldChg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  <pc:sldChg chg="addSp modSp new mod">
        <pc:chgData name="Sreejith Rajan" userId="ec11bca0e4bee75f" providerId="LiveId" clId="{7B4F392D-EAB3-4CE7-903E-F84869825F47}" dt="2026-02-02T08:39:10.558" v="1622" actId="1076"/>
        <pc:sldMkLst>
          <pc:docMk/>
          <pc:sldMk cId="838514129" sldId="293"/>
        </pc:sldMkLst>
        <pc:spChg chg="mod">
          <ac:chgData name="Sreejith Rajan" userId="ec11bca0e4bee75f" providerId="LiveId" clId="{7B4F392D-EAB3-4CE7-903E-F84869825F47}" dt="2026-02-02T08:12:41.136" v="1372" actId="20577"/>
          <ac:spMkLst>
            <pc:docMk/>
            <pc:sldMk cId="838514129" sldId="293"/>
            <ac:spMk id="2" creationId="{B61DC38C-B935-CC0F-245B-0788725A1200}"/>
          </ac:spMkLst>
        </pc:spChg>
        <pc:spChg chg="mod">
          <ac:chgData name="Sreejith Rajan" userId="ec11bca0e4bee75f" providerId="LiveId" clId="{7B4F392D-EAB3-4CE7-903E-F84869825F47}" dt="2026-02-02T08:14:56.810" v="1382" actId="20577"/>
          <ac:spMkLst>
            <pc:docMk/>
            <pc:sldMk cId="838514129" sldId="293"/>
            <ac:spMk id="3" creationId="{02501693-791A-3B64-E8E0-30247C118106}"/>
          </ac:spMkLst>
        </pc:spChg>
        <pc:spChg chg="add mod">
          <ac:chgData name="Sreejith Rajan" userId="ec11bca0e4bee75f" providerId="LiveId" clId="{7B4F392D-EAB3-4CE7-903E-F84869825F47}" dt="2026-02-02T08:39:10.558" v="1622" actId="1076"/>
          <ac:spMkLst>
            <pc:docMk/>
            <pc:sldMk cId="838514129" sldId="293"/>
            <ac:spMk id="6" creationId="{63CE9AAE-9582-C11A-8D4A-677DF8791256}"/>
          </ac:spMkLst>
        </pc:spChg>
        <pc:picChg chg="add mod">
          <ac:chgData name="Sreejith Rajan" userId="ec11bca0e4bee75f" providerId="LiveId" clId="{7B4F392D-EAB3-4CE7-903E-F84869825F47}" dt="2026-02-02T08:39:00.744" v="1619" actId="1076"/>
          <ac:picMkLst>
            <pc:docMk/>
            <pc:sldMk cId="838514129" sldId="293"/>
            <ac:picMk id="5" creationId="{D5535780-FFB7-357D-C7F6-9893F0ACD0B0}"/>
          </ac:picMkLst>
        </pc:picChg>
      </pc:sldChg>
      <pc:sldChg chg="addSp delSp modSp new mod">
        <pc:chgData name="Sreejith Rajan" userId="ec11bca0e4bee75f" providerId="LiveId" clId="{7B4F392D-EAB3-4CE7-903E-F84869825F47}" dt="2026-02-02T08:35:14.191" v="1587" actId="20577"/>
        <pc:sldMkLst>
          <pc:docMk/>
          <pc:sldMk cId="1094232091" sldId="294"/>
        </pc:sldMkLst>
        <pc:spChg chg="mod">
          <ac:chgData name="Sreejith Rajan" userId="ec11bca0e4bee75f" providerId="LiveId" clId="{7B4F392D-EAB3-4CE7-903E-F84869825F47}" dt="2026-02-02T08:18:31.548" v="1425" actId="20577"/>
          <ac:spMkLst>
            <pc:docMk/>
            <pc:sldMk cId="1094232091" sldId="294"/>
            <ac:spMk id="2" creationId="{C3405D6E-FDB3-4C52-65D8-D1FD95D01AEF}"/>
          </ac:spMkLst>
        </pc:spChg>
        <pc:spChg chg="mod">
          <ac:chgData name="Sreejith Rajan" userId="ec11bca0e4bee75f" providerId="LiveId" clId="{7B4F392D-EAB3-4CE7-903E-F84869825F47}" dt="2026-02-02T08:35:14.191" v="1587" actId="20577"/>
          <ac:spMkLst>
            <pc:docMk/>
            <pc:sldMk cId="1094232091" sldId="294"/>
            <ac:spMk id="3" creationId="{86347F61-D9A1-06BA-2897-992480998344}"/>
          </ac:spMkLst>
        </pc:spChg>
        <pc:picChg chg="add mod">
          <ac:chgData name="Sreejith Rajan" userId="ec11bca0e4bee75f" providerId="LiveId" clId="{7B4F392D-EAB3-4CE7-903E-F84869825F47}" dt="2026-02-02T08:21:24.258" v="1465" actId="1076"/>
          <ac:picMkLst>
            <pc:docMk/>
            <pc:sldMk cId="1094232091" sldId="294"/>
            <ac:picMk id="7" creationId="{876E87A6-A21C-339D-E431-3311928BFA0E}"/>
          </ac:picMkLst>
        </pc:picChg>
      </pc:sldChg>
      <pc:sldChg chg="addSp modSp new mod">
        <pc:chgData name="Sreejith Rajan" userId="ec11bca0e4bee75f" providerId="LiveId" clId="{7B4F392D-EAB3-4CE7-903E-F84869825F47}" dt="2026-02-02T08:25:09.606" v="1502" actId="1076"/>
        <pc:sldMkLst>
          <pc:docMk/>
          <pc:sldMk cId="312179180" sldId="295"/>
        </pc:sldMkLst>
        <pc:spChg chg="mod">
          <ac:chgData name="Sreejith Rajan" userId="ec11bca0e4bee75f" providerId="LiveId" clId="{7B4F392D-EAB3-4CE7-903E-F84869825F47}" dt="2026-02-02T08:22:37.208" v="1481" actId="20577"/>
          <ac:spMkLst>
            <pc:docMk/>
            <pc:sldMk cId="312179180" sldId="295"/>
            <ac:spMk id="2" creationId="{14BAB176-CC97-CA7D-02E0-16695859D1CA}"/>
          </ac:spMkLst>
        </pc:spChg>
        <pc:spChg chg="mod">
          <ac:chgData name="Sreejith Rajan" userId="ec11bca0e4bee75f" providerId="LiveId" clId="{7B4F392D-EAB3-4CE7-903E-F84869825F47}" dt="2026-02-02T08:24:06.329" v="1498" actId="20577"/>
          <ac:spMkLst>
            <pc:docMk/>
            <pc:sldMk cId="312179180" sldId="295"/>
            <ac:spMk id="3" creationId="{94604663-0B0E-EF63-DB36-2558778FA607}"/>
          </ac:spMkLst>
        </pc:spChg>
        <pc:picChg chg="add mod">
          <ac:chgData name="Sreejith Rajan" userId="ec11bca0e4bee75f" providerId="LiveId" clId="{7B4F392D-EAB3-4CE7-903E-F84869825F47}" dt="2026-02-02T08:25:09.606" v="1502" actId="1076"/>
          <ac:picMkLst>
            <pc:docMk/>
            <pc:sldMk cId="312179180" sldId="295"/>
            <ac:picMk id="5" creationId="{0666F5A8-0AE5-47A7-55C1-10A1985273D5}"/>
          </ac:picMkLst>
        </pc:picChg>
      </pc:sldChg>
      <pc:sldChg chg="addSp delSp modSp new mod">
        <pc:chgData name="Sreejith Rajan" userId="ec11bca0e4bee75f" providerId="LiveId" clId="{7B4F392D-EAB3-4CE7-903E-F84869825F47}" dt="2026-02-02T08:29:48.696" v="1521"/>
        <pc:sldMkLst>
          <pc:docMk/>
          <pc:sldMk cId="484128902" sldId="296"/>
        </pc:sldMkLst>
        <pc:spChg chg="add mod">
          <ac:chgData name="Sreejith Rajan" userId="ec11bca0e4bee75f" providerId="LiveId" clId="{7B4F392D-EAB3-4CE7-903E-F84869825F47}" dt="2026-02-02T08:29:21.246" v="1517" actId="14100"/>
          <ac:spMkLst>
            <pc:docMk/>
            <pc:sldMk cId="484128902" sldId="296"/>
            <ac:spMk id="8" creationId="{BFCF2B5D-EDD6-7E60-9DA7-39D256E54F55}"/>
          </ac:spMkLst>
        </pc:spChg>
        <pc:spChg chg="add mod">
          <ac:chgData name="Sreejith Rajan" userId="ec11bca0e4bee75f" providerId="LiveId" clId="{7B4F392D-EAB3-4CE7-903E-F84869825F47}" dt="2026-02-02T08:29:48.696" v="1521"/>
          <ac:spMkLst>
            <pc:docMk/>
            <pc:sldMk cId="484128902" sldId="296"/>
            <ac:spMk id="9" creationId="{16AC3D22-2D9E-8772-D549-10D20618FB07}"/>
          </ac:spMkLst>
        </pc:spChg>
        <pc:picChg chg="add mod ord">
          <ac:chgData name="Sreejith Rajan" userId="ec11bca0e4bee75f" providerId="LiveId" clId="{7B4F392D-EAB3-4CE7-903E-F84869825F47}" dt="2026-02-02T08:25:48.181" v="1506" actId="1076"/>
          <ac:picMkLst>
            <pc:docMk/>
            <pc:sldMk cId="484128902" sldId="296"/>
            <ac:picMk id="5" creationId="{C62074D3-2129-3E96-0B2D-F443D3BA9E88}"/>
          </ac:picMkLst>
        </pc:picChg>
        <pc:picChg chg="add mod">
          <ac:chgData name="Sreejith Rajan" userId="ec11bca0e4bee75f" providerId="LiveId" clId="{7B4F392D-EAB3-4CE7-903E-F84869825F47}" dt="2026-02-02T08:26:30.358" v="1511" actId="14100"/>
          <ac:picMkLst>
            <pc:docMk/>
            <pc:sldMk cId="484128902" sldId="296"/>
            <ac:picMk id="7" creationId="{4533A4B4-E02A-2AE0-0D6D-86E97CEC24D7}"/>
          </ac:picMkLst>
        </pc:picChg>
      </pc:sldChg>
      <pc:sldChg chg="addSp delSp modSp new mod">
        <pc:chgData name="Sreejith Rajan" userId="ec11bca0e4bee75f" providerId="LiveId" clId="{7B4F392D-EAB3-4CE7-903E-F84869825F47}" dt="2026-02-04T13:28:34.480" v="2087" actId="14100"/>
        <pc:sldMkLst>
          <pc:docMk/>
          <pc:sldMk cId="829793420" sldId="297"/>
        </pc:sldMkLst>
        <pc:spChg chg="mod">
          <ac:chgData name="Sreejith Rajan" userId="ec11bca0e4bee75f" providerId="LiveId" clId="{7B4F392D-EAB3-4CE7-903E-F84869825F47}" dt="2026-02-02T08:30:43.893" v="1548" actId="20577"/>
          <ac:spMkLst>
            <pc:docMk/>
            <pc:sldMk cId="829793420" sldId="297"/>
            <ac:spMk id="2" creationId="{014A04CF-15C4-8330-6BA3-B4FFA15F0EA5}"/>
          </ac:spMkLst>
        </pc:spChg>
        <pc:spChg chg="add mod">
          <ac:chgData name="Sreejith Rajan" userId="ec11bca0e4bee75f" providerId="LiveId" clId="{7B4F392D-EAB3-4CE7-903E-F84869825F47}" dt="2026-02-02T08:32:19.085" v="1555" actId="1076"/>
          <ac:spMkLst>
            <pc:docMk/>
            <pc:sldMk cId="829793420" sldId="297"/>
            <ac:spMk id="7" creationId="{79A87CA1-23AE-49E7-3500-81008DB9341B}"/>
          </ac:spMkLst>
        </pc:spChg>
        <pc:picChg chg="add mod ord">
          <ac:chgData name="Sreejith Rajan" userId="ec11bca0e4bee75f" providerId="LiveId" clId="{7B4F392D-EAB3-4CE7-903E-F84869825F47}" dt="2026-02-04T13:28:34.480" v="2087" actId="14100"/>
          <ac:picMkLst>
            <pc:docMk/>
            <pc:sldMk cId="829793420" sldId="297"/>
            <ac:picMk id="5" creationId="{31545EA1-E64A-0739-FC05-006BD7D35D69}"/>
          </ac:picMkLst>
        </pc:picChg>
      </pc:sldChg>
      <pc:sldChg chg="modSp new mod">
        <pc:chgData name="Sreejith Rajan" userId="ec11bca0e4bee75f" providerId="LiveId" clId="{7B4F392D-EAB3-4CE7-903E-F84869825F47}" dt="2026-02-03T10:48:56.806" v="1673" actId="5793"/>
        <pc:sldMkLst>
          <pc:docMk/>
          <pc:sldMk cId="2629671684" sldId="298"/>
        </pc:sldMkLst>
        <pc:spChg chg="mod">
          <ac:chgData name="Sreejith Rajan" userId="ec11bca0e4bee75f" providerId="LiveId" clId="{7B4F392D-EAB3-4CE7-903E-F84869825F47}" dt="2026-02-02T09:44:37.829" v="1641" actId="20577"/>
          <ac:spMkLst>
            <pc:docMk/>
            <pc:sldMk cId="2629671684" sldId="298"/>
            <ac:spMk id="2" creationId="{6120A8E8-A9A6-3874-A43B-0D8B9F0E21C1}"/>
          </ac:spMkLst>
        </pc:spChg>
        <pc:spChg chg="mod">
          <ac:chgData name="Sreejith Rajan" userId="ec11bca0e4bee75f" providerId="LiveId" clId="{7B4F392D-EAB3-4CE7-903E-F84869825F47}" dt="2026-02-03T10:48:56.806" v="1673" actId="5793"/>
          <ac:spMkLst>
            <pc:docMk/>
            <pc:sldMk cId="2629671684" sldId="298"/>
            <ac:spMk id="3" creationId="{CD899691-4739-5679-D451-0C66FE06F942}"/>
          </ac:spMkLst>
        </pc:spChg>
      </pc:sldChg>
      <pc:sldChg chg="modSp new mod">
        <pc:chgData name="Sreejith Rajan" userId="ec11bca0e4bee75f" providerId="LiveId" clId="{7B4F392D-EAB3-4CE7-903E-F84869825F47}" dt="2026-02-03T10:52:44.445" v="1724"/>
        <pc:sldMkLst>
          <pc:docMk/>
          <pc:sldMk cId="3289453992" sldId="299"/>
        </pc:sldMkLst>
        <pc:spChg chg="mod">
          <ac:chgData name="Sreejith Rajan" userId="ec11bca0e4bee75f" providerId="LiveId" clId="{7B4F392D-EAB3-4CE7-903E-F84869825F47}" dt="2026-02-03T10:49:18.055" v="1723" actId="20577"/>
          <ac:spMkLst>
            <pc:docMk/>
            <pc:sldMk cId="3289453992" sldId="299"/>
            <ac:spMk id="2" creationId="{582BD62D-958D-F163-2631-5C8C63951B71}"/>
          </ac:spMkLst>
        </pc:spChg>
        <pc:spChg chg="mod">
          <ac:chgData name="Sreejith Rajan" userId="ec11bca0e4bee75f" providerId="LiveId" clId="{7B4F392D-EAB3-4CE7-903E-F84869825F47}" dt="2026-02-03T10:52:44.445" v="1724"/>
          <ac:spMkLst>
            <pc:docMk/>
            <pc:sldMk cId="3289453992" sldId="299"/>
            <ac:spMk id="3" creationId="{CBAB42D1-DAEE-8C6D-BD98-CB21421431A1}"/>
          </ac:spMkLst>
        </pc:spChg>
      </pc:sldChg>
      <pc:sldChg chg="modSp new mod">
        <pc:chgData name="Sreejith Rajan" userId="ec11bca0e4bee75f" providerId="LiveId" clId="{7B4F392D-EAB3-4CE7-903E-F84869825F47}" dt="2026-02-04T08:01:20.539" v="1758" actId="20577"/>
        <pc:sldMkLst>
          <pc:docMk/>
          <pc:sldMk cId="3893374817" sldId="300"/>
        </pc:sldMkLst>
        <pc:spChg chg="mod">
          <ac:chgData name="Sreejith Rajan" userId="ec11bca0e4bee75f" providerId="LiveId" clId="{7B4F392D-EAB3-4CE7-903E-F84869825F47}" dt="2026-02-04T08:00:14.226" v="1744" actId="313"/>
          <ac:spMkLst>
            <pc:docMk/>
            <pc:sldMk cId="3893374817" sldId="300"/>
            <ac:spMk id="2" creationId="{D90974F0-49AF-B5F3-15D4-6DB4BC005D9C}"/>
          </ac:spMkLst>
        </pc:spChg>
        <pc:spChg chg="mod">
          <ac:chgData name="Sreejith Rajan" userId="ec11bca0e4bee75f" providerId="LiveId" clId="{7B4F392D-EAB3-4CE7-903E-F84869825F47}" dt="2026-02-04T08:01:20.539" v="1758" actId="20577"/>
          <ac:spMkLst>
            <pc:docMk/>
            <pc:sldMk cId="3893374817" sldId="300"/>
            <ac:spMk id="3" creationId="{432D0774-65CF-4311-71F9-4CD9F11B49F0}"/>
          </ac:spMkLst>
        </pc:spChg>
      </pc:sldChg>
      <pc:sldChg chg="addSp delSp modSp new mod">
        <pc:chgData name="Sreejith Rajan" userId="ec11bca0e4bee75f" providerId="LiveId" clId="{7B4F392D-EAB3-4CE7-903E-F84869825F47}" dt="2026-02-04T08:02:37.357" v="1810" actId="313"/>
        <pc:sldMkLst>
          <pc:docMk/>
          <pc:sldMk cId="3334913749" sldId="301"/>
        </pc:sldMkLst>
        <pc:spChg chg="mod">
          <ac:chgData name="Sreejith Rajan" userId="ec11bca0e4bee75f" providerId="LiveId" clId="{7B4F392D-EAB3-4CE7-903E-F84869825F47}" dt="2026-02-04T08:02:37.357" v="1810" actId="313"/>
          <ac:spMkLst>
            <pc:docMk/>
            <pc:sldMk cId="3334913749" sldId="301"/>
            <ac:spMk id="2" creationId="{BE8788E4-A615-A1E5-C2CA-1C698CE7F2A5}"/>
          </ac:spMkLst>
        </pc:spChg>
        <pc:spChg chg="add del mod">
          <ac:chgData name="Sreejith Rajan" userId="ec11bca0e4bee75f" providerId="LiveId" clId="{7B4F392D-EAB3-4CE7-903E-F84869825F47}" dt="2026-02-04T08:02:33.791" v="1809" actId="20577"/>
          <ac:spMkLst>
            <pc:docMk/>
            <pc:sldMk cId="3334913749" sldId="301"/>
            <ac:spMk id="3" creationId="{309CAF0D-023E-E52D-0119-3AB14773DA08}"/>
          </ac:spMkLst>
        </pc:spChg>
        <pc:spChg chg="add mod">
          <ac:chgData name="Sreejith Rajan" userId="ec11bca0e4bee75f" providerId="LiveId" clId="{7B4F392D-EAB3-4CE7-903E-F84869825F47}" dt="2026-02-04T08:02:28.355" v="1806"/>
          <ac:spMkLst>
            <pc:docMk/>
            <pc:sldMk cId="3334913749" sldId="301"/>
            <ac:spMk id="4" creationId="{DA53EA27-9C0B-5C2F-1FD3-55AA414A31F6}"/>
          </ac:spMkLst>
        </pc:spChg>
      </pc:sldChg>
      <pc:sldChg chg="addSp modSp new mod">
        <pc:chgData name="Sreejith Rajan" userId="ec11bca0e4bee75f" providerId="LiveId" clId="{7B4F392D-EAB3-4CE7-903E-F84869825F47}" dt="2026-02-04T08:09:52.268" v="1902" actId="1076"/>
        <pc:sldMkLst>
          <pc:docMk/>
          <pc:sldMk cId="1197431595" sldId="302"/>
        </pc:sldMkLst>
        <pc:spChg chg="mod">
          <ac:chgData name="Sreejith Rajan" userId="ec11bca0e4bee75f" providerId="LiveId" clId="{7B4F392D-EAB3-4CE7-903E-F84869825F47}" dt="2026-02-04T08:03:25.470" v="1863" actId="20577"/>
          <ac:spMkLst>
            <pc:docMk/>
            <pc:sldMk cId="1197431595" sldId="302"/>
            <ac:spMk id="2" creationId="{DD88D976-5086-D2BF-6825-295F227AA746}"/>
          </ac:spMkLst>
        </pc:spChg>
        <pc:spChg chg="mod">
          <ac:chgData name="Sreejith Rajan" userId="ec11bca0e4bee75f" providerId="LiveId" clId="{7B4F392D-EAB3-4CE7-903E-F84869825F47}" dt="2026-02-04T08:09:17.692" v="1896" actId="20577"/>
          <ac:spMkLst>
            <pc:docMk/>
            <pc:sldMk cId="1197431595" sldId="302"/>
            <ac:spMk id="3" creationId="{A32B5F8E-24F7-750E-2E5C-E1D94D5F8747}"/>
          </ac:spMkLst>
        </pc:spChg>
        <pc:picChg chg="add mod modCrop">
          <ac:chgData name="Sreejith Rajan" userId="ec11bca0e4bee75f" providerId="LiveId" clId="{7B4F392D-EAB3-4CE7-903E-F84869825F47}" dt="2026-02-04T08:09:52.268" v="1902" actId="1076"/>
          <ac:picMkLst>
            <pc:docMk/>
            <pc:sldMk cId="1197431595" sldId="302"/>
            <ac:picMk id="5" creationId="{A0779B55-445D-CD23-8EA0-E1EC2B42053A}"/>
          </ac:picMkLst>
        </pc:picChg>
      </pc:sldChg>
      <pc:sldChg chg="addSp modSp new mod">
        <pc:chgData name="Sreejith Rajan" userId="ec11bca0e4bee75f" providerId="LiveId" clId="{7B4F392D-EAB3-4CE7-903E-F84869825F47}" dt="2026-02-04T08:12:08.308" v="1920" actId="1076"/>
        <pc:sldMkLst>
          <pc:docMk/>
          <pc:sldMk cId="4041791266" sldId="303"/>
        </pc:sldMkLst>
        <pc:spChg chg="mod">
          <ac:chgData name="Sreejith Rajan" userId="ec11bca0e4bee75f" providerId="LiveId" clId="{7B4F392D-EAB3-4CE7-903E-F84869825F47}" dt="2026-02-04T08:10:32.022" v="1907" actId="20577"/>
          <ac:spMkLst>
            <pc:docMk/>
            <pc:sldMk cId="4041791266" sldId="303"/>
            <ac:spMk id="2" creationId="{2369565F-07A2-DDD1-A9A5-976AD67016A3}"/>
          </ac:spMkLst>
        </pc:spChg>
        <pc:spChg chg="mod">
          <ac:chgData name="Sreejith Rajan" userId="ec11bca0e4bee75f" providerId="LiveId" clId="{7B4F392D-EAB3-4CE7-903E-F84869825F47}" dt="2026-02-04T08:11:39.991" v="1914" actId="15"/>
          <ac:spMkLst>
            <pc:docMk/>
            <pc:sldMk cId="4041791266" sldId="303"/>
            <ac:spMk id="3" creationId="{480003C2-9977-BF7E-6A1B-501DA18DFC13}"/>
          </ac:spMkLst>
        </pc:spChg>
        <pc:picChg chg="add mod">
          <ac:chgData name="Sreejith Rajan" userId="ec11bca0e4bee75f" providerId="LiveId" clId="{7B4F392D-EAB3-4CE7-903E-F84869825F47}" dt="2026-02-04T08:12:08.308" v="1920" actId="1076"/>
          <ac:picMkLst>
            <pc:docMk/>
            <pc:sldMk cId="4041791266" sldId="303"/>
            <ac:picMk id="5" creationId="{EBE5B9B3-2838-B52D-869B-F75F943FD18A}"/>
          </ac:picMkLst>
        </pc:picChg>
      </pc:sldChg>
      <pc:sldChg chg="addSp modSp new mod">
        <pc:chgData name="Sreejith Rajan" userId="ec11bca0e4bee75f" providerId="LiveId" clId="{7B4F392D-EAB3-4CE7-903E-F84869825F47}" dt="2026-02-04T08:16:58.842" v="1937" actId="1076"/>
        <pc:sldMkLst>
          <pc:docMk/>
          <pc:sldMk cId="3059473869" sldId="304"/>
        </pc:sldMkLst>
        <pc:spChg chg="mod">
          <ac:chgData name="Sreejith Rajan" userId="ec11bca0e4bee75f" providerId="LiveId" clId="{7B4F392D-EAB3-4CE7-903E-F84869825F47}" dt="2026-02-04T08:12:32.430" v="1922"/>
          <ac:spMkLst>
            <pc:docMk/>
            <pc:sldMk cId="3059473869" sldId="304"/>
            <ac:spMk id="2" creationId="{696FB79E-8173-F714-FF90-05E94194C277}"/>
          </ac:spMkLst>
        </pc:spChg>
        <pc:spChg chg="mod">
          <ac:chgData name="Sreejith Rajan" userId="ec11bca0e4bee75f" providerId="LiveId" clId="{7B4F392D-EAB3-4CE7-903E-F84869825F47}" dt="2026-02-04T08:16:23.132" v="1931" actId="20577"/>
          <ac:spMkLst>
            <pc:docMk/>
            <pc:sldMk cId="3059473869" sldId="304"/>
            <ac:spMk id="3" creationId="{7546057B-3E11-A018-98D4-CA6F418A6B02}"/>
          </ac:spMkLst>
        </pc:spChg>
        <pc:picChg chg="add mod modCrop">
          <ac:chgData name="Sreejith Rajan" userId="ec11bca0e4bee75f" providerId="LiveId" clId="{7B4F392D-EAB3-4CE7-903E-F84869825F47}" dt="2026-02-04T08:16:58.842" v="1937" actId="1076"/>
          <ac:picMkLst>
            <pc:docMk/>
            <pc:sldMk cId="3059473869" sldId="304"/>
            <ac:picMk id="5" creationId="{950E3F82-0428-559C-DDAA-B1A4F1218368}"/>
          </ac:picMkLst>
        </pc:picChg>
      </pc:sldChg>
      <pc:sldChg chg="addSp delSp modSp new mod">
        <pc:chgData name="Sreejith Rajan" userId="ec11bca0e4bee75f" providerId="LiveId" clId="{7B4F392D-EAB3-4CE7-903E-F84869825F47}" dt="2026-02-04T13:28:11.011" v="2084" actId="14100"/>
        <pc:sldMkLst>
          <pc:docMk/>
          <pc:sldMk cId="2095788429" sldId="305"/>
        </pc:sldMkLst>
        <pc:spChg chg="mod">
          <ac:chgData name="Sreejith Rajan" userId="ec11bca0e4bee75f" providerId="LiveId" clId="{7B4F392D-EAB3-4CE7-903E-F84869825F47}" dt="2026-02-04T08:17:24.125" v="1939"/>
          <ac:spMkLst>
            <pc:docMk/>
            <pc:sldMk cId="2095788429" sldId="305"/>
            <ac:spMk id="2" creationId="{E781B9F9-C351-3BD7-4C68-67E36F4DBDFD}"/>
          </ac:spMkLst>
        </pc:spChg>
        <pc:spChg chg="mod">
          <ac:chgData name="Sreejith Rajan" userId="ec11bca0e4bee75f" providerId="LiveId" clId="{7B4F392D-EAB3-4CE7-903E-F84869825F47}" dt="2026-02-04T08:21:01.309" v="1960" actId="1076"/>
          <ac:spMkLst>
            <pc:docMk/>
            <pc:sldMk cId="2095788429" sldId="305"/>
            <ac:spMk id="3" creationId="{2341FA90-BDFE-6883-EB51-B6D59B289983}"/>
          </ac:spMkLst>
        </pc:spChg>
        <pc:picChg chg="add del mod">
          <ac:chgData name="Sreejith Rajan" userId="ec11bca0e4bee75f" providerId="LiveId" clId="{7B4F392D-EAB3-4CE7-903E-F84869825F47}" dt="2026-02-04T08:19:53.121" v="1958" actId="931"/>
          <ac:picMkLst>
            <pc:docMk/>
            <pc:sldMk cId="2095788429" sldId="305"/>
            <ac:picMk id="5" creationId="{FE33DC65-3231-2E98-4585-D05E6FB71D60}"/>
          </ac:picMkLst>
        </pc:picChg>
        <pc:picChg chg="add del mod">
          <ac:chgData name="Sreejith Rajan" userId="ec11bca0e4bee75f" providerId="LiveId" clId="{7B4F392D-EAB3-4CE7-903E-F84869825F47}" dt="2026-02-04T08:21:09.857" v="1963" actId="478"/>
          <ac:picMkLst>
            <pc:docMk/>
            <pc:sldMk cId="2095788429" sldId="305"/>
            <ac:picMk id="7" creationId="{FDA89AC9-8C2B-7479-F410-FA661AB5A1E4}"/>
          </ac:picMkLst>
        </pc:picChg>
        <pc:picChg chg="add mod">
          <ac:chgData name="Sreejith Rajan" userId="ec11bca0e4bee75f" providerId="LiveId" clId="{7B4F392D-EAB3-4CE7-903E-F84869825F47}" dt="2026-02-04T13:28:11.011" v="2084" actId="14100"/>
          <ac:picMkLst>
            <pc:docMk/>
            <pc:sldMk cId="2095788429" sldId="305"/>
            <ac:picMk id="9" creationId="{57399A93-F7C2-2DCF-8E09-1B3B9E6815C7}"/>
          </ac:picMkLst>
        </pc:picChg>
      </pc:sldChg>
      <pc:sldChg chg="modSp new mod">
        <pc:chgData name="Sreejith Rajan" userId="ec11bca0e4bee75f" providerId="LiveId" clId="{7B4F392D-EAB3-4CE7-903E-F84869825F47}" dt="2026-02-04T08:25:54.633" v="1985" actId="15"/>
        <pc:sldMkLst>
          <pc:docMk/>
          <pc:sldMk cId="4198985954" sldId="306"/>
        </pc:sldMkLst>
        <pc:spChg chg="mod">
          <ac:chgData name="Sreejith Rajan" userId="ec11bca0e4bee75f" providerId="LiveId" clId="{7B4F392D-EAB3-4CE7-903E-F84869825F47}" dt="2026-02-04T08:24:58.287" v="1982" actId="20577"/>
          <ac:spMkLst>
            <pc:docMk/>
            <pc:sldMk cId="4198985954" sldId="306"/>
            <ac:spMk id="2" creationId="{115364C5-6CFB-A19B-37DA-657BC0A2D974}"/>
          </ac:spMkLst>
        </pc:spChg>
        <pc:spChg chg="mod">
          <ac:chgData name="Sreejith Rajan" userId="ec11bca0e4bee75f" providerId="LiveId" clId="{7B4F392D-EAB3-4CE7-903E-F84869825F47}" dt="2026-02-04T08:25:54.633" v="1985" actId="15"/>
          <ac:spMkLst>
            <pc:docMk/>
            <pc:sldMk cId="4198985954" sldId="306"/>
            <ac:spMk id="3" creationId="{6373E2E1-8EA1-AC04-C0C4-97E457BC33FE}"/>
          </ac:spMkLst>
        </pc:spChg>
      </pc:sldChg>
      <pc:sldChg chg="addSp modSp new mod">
        <pc:chgData name="Sreejith Rajan" userId="ec11bca0e4bee75f" providerId="LiveId" clId="{7B4F392D-EAB3-4CE7-903E-F84869825F47}" dt="2026-02-04T08:42:47.844" v="2082" actId="1076"/>
        <pc:sldMkLst>
          <pc:docMk/>
          <pc:sldMk cId="2049320460" sldId="307"/>
        </pc:sldMkLst>
        <pc:spChg chg="mod">
          <ac:chgData name="Sreejith Rajan" userId="ec11bca0e4bee75f" providerId="LiveId" clId="{7B4F392D-EAB3-4CE7-903E-F84869825F47}" dt="2026-02-04T08:26:21.088" v="2008" actId="20577"/>
          <ac:spMkLst>
            <pc:docMk/>
            <pc:sldMk cId="2049320460" sldId="307"/>
            <ac:spMk id="2" creationId="{14EAA839-3351-3EAE-517B-FC1AC640901A}"/>
          </ac:spMkLst>
        </pc:spChg>
        <pc:spChg chg="mod">
          <ac:chgData name="Sreejith Rajan" userId="ec11bca0e4bee75f" providerId="LiveId" clId="{7B4F392D-EAB3-4CE7-903E-F84869825F47}" dt="2026-02-04T08:31:02.311" v="2075" actId="20577"/>
          <ac:spMkLst>
            <pc:docMk/>
            <pc:sldMk cId="2049320460" sldId="307"/>
            <ac:spMk id="3" creationId="{ABB37113-BEEE-4F38-0352-37221E9A6CB2}"/>
          </ac:spMkLst>
        </pc:spChg>
        <pc:picChg chg="add mod">
          <ac:chgData name="Sreejith Rajan" userId="ec11bca0e4bee75f" providerId="LiveId" clId="{7B4F392D-EAB3-4CE7-903E-F84869825F47}" dt="2026-02-04T08:42:47.844" v="2082" actId="1076"/>
          <ac:picMkLst>
            <pc:docMk/>
            <pc:sldMk cId="2049320460" sldId="307"/>
            <ac:picMk id="5" creationId="{738460E8-2D5F-EDDD-DEA6-242F2367B7F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3/17/2026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3/17/2026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4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Segmentation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D706CB-E04B-0566-BB29-2BD9C68F6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Image Segmentation</a:t>
            </a:r>
          </a:p>
          <a:p>
            <a:r>
              <a:rPr lang="en-IN" dirty="0"/>
              <a:t>│</a:t>
            </a:r>
          </a:p>
          <a:p>
            <a:r>
              <a:rPr lang="en-IN" dirty="0"/>
              <a:t>├── Region-Based</a:t>
            </a:r>
          </a:p>
          <a:p>
            <a:r>
              <a:rPr lang="en-IN" dirty="0"/>
              <a:t>│   ├── Region Growing</a:t>
            </a:r>
          </a:p>
          <a:p>
            <a:r>
              <a:rPr lang="en-IN" dirty="0"/>
              <a:t>│   ├── Splitting</a:t>
            </a:r>
          </a:p>
          <a:p>
            <a:r>
              <a:rPr lang="en-IN" dirty="0"/>
              <a:t>│   ├── Merging</a:t>
            </a:r>
          </a:p>
          <a:p>
            <a:r>
              <a:rPr lang="en-IN" dirty="0"/>
              <a:t>│   ├── Split &amp; Merge</a:t>
            </a:r>
          </a:p>
          <a:p>
            <a:r>
              <a:rPr lang="en-IN" dirty="0"/>
              <a:t>│   └── Thresholding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2CFDB-6D91-CBEE-C012-96F09DEAA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5D857-A056-5BFC-77AF-3B51148F63F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endParaRPr lang="en-IN" dirty="0"/>
          </a:p>
          <a:p>
            <a:r>
              <a:rPr lang="en-IN" dirty="0"/>
              <a:t>└── Edge-Based</a:t>
            </a:r>
          </a:p>
          <a:p>
            <a:r>
              <a:rPr lang="en-IN" dirty="0"/>
              <a:t>    ├── Gradient Methods</a:t>
            </a:r>
          </a:p>
          <a:p>
            <a:r>
              <a:rPr lang="en-IN" dirty="0"/>
              <a:t>    ├── Second-Order Methods</a:t>
            </a:r>
          </a:p>
          <a:p>
            <a:r>
              <a:rPr lang="en-IN" dirty="0"/>
              <a:t>    ├── Canny</a:t>
            </a:r>
          </a:p>
          <a:p>
            <a:r>
              <a:rPr lang="en-IN" dirty="0"/>
              <a:t>    ├── Edge Linking</a:t>
            </a:r>
          </a:p>
          <a:p>
            <a:r>
              <a:rPr lang="en-IN" dirty="0"/>
              <a:t>    └── Active Contours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Region Growing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Start from a </a:t>
            </a:r>
            <a:r>
              <a:rPr lang="en-US" b="1" dirty="0"/>
              <a:t>seed pixel</a:t>
            </a:r>
            <a:r>
              <a:rPr lang="en-US" dirty="0"/>
              <a:t> and grow the region by adding neighboring pixels that are similar.</a:t>
            </a:r>
          </a:p>
          <a:p>
            <a:r>
              <a:rPr lang="en-US" b="1" dirty="0"/>
              <a:t>Steps</a:t>
            </a:r>
          </a:p>
          <a:p>
            <a:r>
              <a:rPr lang="en-US" dirty="0"/>
              <a:t>Choose seed(s)</a:t>
            </a:r>
          </a:p>
          <a:p>
            <a:r>
              <a:rPr lang="en-US" dirty="0"/>
              <a:t>Define similarity criterion</a:t>
            </a:r>
          </a:p>
          <a:p>
            <a:r>
              <a:rPr lang="en-US" dirty="0"/>
              <a:t>Check neighbors</a:t>
            </a:r>
          </a:p>
          <a:p>
            <a:r>
              <a:rPr lang="en-US" dirty="0"/>
              <a:t>Add similar pixels</a:t>
            </a:r>
          </a:p>
          <a:p>
            <a:r>
              <a:rPr lang="en-US" dirty="0"/>
              <a:t>Repeat until no change</a:t>
            </a:r>
          </a:p>
          <a:p>
            <a:r>
              <a:rPr lang="en-US" b="1" dirty="0"/>
              <a:t>✅ Key Point</a:t>
            </a:r>
          </a:p>
          <a:p>
            <a:r>
              <a:rPr lang="en-US" dirty="0"/>
              <a:t>Works like </a:t>
            </a:r>
            <a:r>
              <a:rPr lang="en-US" b="1" dirty="0"/>
              <a:t>“flood fill”</a:t>
            </a:r>
            <a:endParaRPr lang="en-US" dirty="0"/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Region Splitting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Concept</a:t>
            </a:r>
          </a:p>
          <a:p>
            <a:pPr marL="0" indent="0">
              <a:buNone/>
            </a:pPr>
            <a:r>
              <a:rPr lang="en-US" dirty="0"/>
              <a:t>Start with the whole image → </a:t>
            </a:r>
            <a:r>
              <a:rPr lang="en-US" b="1" dirty="0"/>
              <a:t>divide into smaller regions</a:t>
            </a:r>
            <a:r>
              <a:rPr lang="en-US" dirty="0"/>
              <a:t> until each is homogeneous.</a:t>
            </a:r>
          </a:p>
          <a:p>
            <a:r>
              <a:rPr lang="en-US" b="1" dirty="0"/>
              <a:t>Method</a:t>
            </a:r>
          </a:p>
          <a:p>
            <a:pPr marL="0" indent="0">
              <a:buNone/>
            </a:pPr>
            <a:r>
              <a:rPr lang="en-US" dirty="0"/>
              <a:t>Uses </a:t>
            </a:r>
            <a:r>
              <a:rPr lang="en-US" b="1" dirty="0"/>
              <a:t>quadtree decomposition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Split if the region fails the uniformity test</a:t>
            </a:r>
          </a:p>
          <a:p>
            <a:r>
              <a:rPr lang="en-US" b="1" dirty="0"/>
              <a:t>Key Point</a:t>
            </a:r>
          </a:p>
          <a:p>
            <a:pPr marL="0" indent="0">
              <a:buNone/>
            </a:pPr>
            <a:r>
              <a:rPr lang="en-US" dirty="0"/>
              <a:t>Top-down approach</a:t>
            </a:r>
          </a:p>
          <a:p>
            <a:r>
              <a:rPr lang="en-US" b="1" dirty="0"/>
              <a:t>Limitation</a:t>
            </a:r>
          </a:p>
          <a:p>
            <a:pPr marL="0" indent="0">
              <a:buNone/>
            </a:pPr>
            <a:r>
              <a:rPr lang="en-US" dirty="0"/>
              <a:t>May produce blocky regions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Region merging</a:t>
            </a:r>
            <a:endParaRPr lang="en-IN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3A8D69B-BC15-31D9-C633-B4516DA6E6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91544" y="1988840"/>
            <a:ext cx="6452407" cy="397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b="1" dirty="0"/>
              <a:t>Concept</a:t>
            </a:r>
          </a:p>
          <a:p>
            <a:pPr marL="0" indent="0">
              <a:buNone/>
            </a:pPr>
            <a:r>
              <a:rPr lang="en-US" sz="1800" dirty="0"/>
              <a:t>Start with small regions → </a:t>
            </a:r>
            <a:r>
              <a:rPr lang="en-US" sz="1800" b="1" dirty="0"/>
              <a:t>merge similar neighboring regions</a:t>
            </a:r>
            <a:endParaRPr lang="en-US" sz="1800" dirty="0"/>
          </a:p>
          <a:p>
            <a:r>
              <a:rPr lang="en-US" sz="1800" b="1" dirty="0"/>
              <a:t>Condition</a:t>
            </a:r>
          </a:p>
          <a:p>
            <a:pPr marL="0" indent="0">
              <a:buNone/>
            </a:pPr>
            <a:r>
              <a:rPr lang="en-US" sz="1800" dirty="0"/>
              <a:t>Merge if similarity condition satisfied</a:t>
            </a:r>
          </a:p>
          <a:p>
            <a:r>
              <a:rPr lang="en-US" sz="1800" b="1" dirty="0"/>
              <a:t> Key Point</a:t>
            </a:r>
          </a:p>
          <a:p>
            <a:pPr marL="0" indent="0">
              <a:buNone/>
            </a:pPr>
            <a:r>
              <a:rPr lang="en-US" sz="1800" dirty="0"/>
              <a:t>Bottom-up approach</a:t>
            </a:r>
          </a:p>
          <a:p>
            <a:r>
              <a:rPr lang="en-US" sz="1800" b="1" dirty="0"/>
              <a:t> Limitation</a:t>
            </a:r>
          </a:p>
          <a:p>
            <a:pPr marL="0" indent="0">
              <a:buNone/>
            </a:pPr>
            <a:r>
              <a:rPr lang="en-US" sz="1800" dirty="0"/>
              <a:t>Risk of incorrect merging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Split and Merge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0B00306-262A-5366-192D-C9904A2BB8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19536" y="2060848"/>
            <a:ext cx="4115229" cy="3019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800" dirty="0"/>
              <a:t>Combination of:</a:t>
            </a:r>
          </a:p>
          <a:p>
            <a:r>
              <a:rPr lang="en-US" sz="1800" dirty="0"/>
              <a:t>Splitting (divide non-uniform regions)</a:t>
            </a:r>
          </a:p>
          <a:p>
            <a:r>
              <a:rPr lang="en-US" sz="1800" dirty="0"/>
              <a:t>Merging (combine similar regions)</a:t>
            </a:r>
          </a:p>
          <a:p>
            <a:r>
              <a:rPr lang="en-US" sz="1800" b="1" dirty="0"/>
              <a:t> Key Point</a:t>
            </a:r>
          </a:p>
          <a:p>
            <a:r>
              <a:rPr lang="en-US" sz="1800" dirty="0"/>
              <a:t>Balances both approaches</a:t>
            </a:r>
          </a:p>
          <a:p>
            <a:r>
              <a:rPr lang="en-US" sz="1800" dirty="0"/>
              <a:t>More accurate than using either alone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E018-F11F-F1A2-B320-008B92C81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9EE9C-C7BC-5A4C-1C18-9B0C7C019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3821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Edge Based Methods – Gradient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DC38E5-E1BA-BDBA-3A7D-013F812C14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0" y="1916832"/>
                <a:ext cx="9144000" cy="426720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IN" b="1" dirty="0"/>
                  <a:t>Concept : </a:t>
                </a:r>
                <a:r>
                  <a:rPr lang="en-IN" dirty="0"/>
                  <a:t>Use </a:t>
                </a:r>
                <a:r>
                  <a:rPr lang="en-IN" b="1" dirty="0"/>
                  <a:t>first derivative</a:t>
                </a:r>
                <a:r>
                  <a:rPr lang="en-IN" dirty="0"/>
                  <a:t> to detect edges</a:t>
                </a:r>
              </a:p>
              <a:p>
                <a:pPr marL="0" indent="0">
                  <a:buNone/>
                </a:pPr>
                <a:r>
                  <a:rPr lang="en-IN" b="1" dirty="0"/>
                  <a:t>Operators</a:t>
                </a:r>
              </a:p>
              <a:p>
                <a:r>
                  <a:rPr lang="en-IN" dirty="0"/>
                  <a:t>Sobel</a:t>
                </a:r>
              </a:p>
              <a:p>
                <a:r>
                  <a:rPr lang="en-IN" dirty="0"/>
                  <a:t>Prewitt</a:t>
                </a:r>
              </a:p>
              <a:p>
                <a:r>
                  <a:rPr lang="en-IN" dirty="0"/>
                  <a:t>Roberts</a:t>
                </a:r>
              </a:p>
              <a:p>
                <a:r>
                  <a:rPr lang="en-IN" b="1" dirty="0"/>
                  <a:t>Formula</a:t>
                </a:r>
              </a:p>
              <a:p>
                <a:pPr marL="36576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IN"/>
                        <m:t>∇</m:t>
                      </m:r>
                      <m:r>
                        <a:rPr lang="en-IN" i="1"/>
                        <m:t>𝐼</m:t>
                      </m:r>
                      <m:r>
                        <a:rPr lang="en-IN"/>
                        <m:t>=</m:t>
                      </m:r>
                      <m:rad>
                        <m:radPr>
                          <m:degHide m:val="on"/>
                          <m:ctrlPr>
                            <a:rPr lang="ar-AE" i="1"/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𝐺</m:t>
                              </m:r>
                            </m:e>
                            <m:sub>
                              <m:r>
                                <a:rPr lang="ar-AE" i="1"/>
                                <m:t>𝑥</m:t>
                              </m:r>
                            </m:sub>
                            <m:sup>
                              <m:r>
                                <a:rPr lang="ar-AE"/>
                                <m:t>2</m:t>
                              </m:r>
                            </m:sup>
                          </m:sSubSup>
                          <m:r>
                            <a:rPr lang="ar-AE"/>
                            <m:t>+</m:t>
                          </m:r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𝐺</m:t>
                              </m:r>
                            </m:e>
                            <m:sub>
                              <m:r>
                                <a:rPr lang="ar-AE" i="1"/>
                                <m:t>𝑦</m:t>
                              </m:r>
                            </m:sub>
                            <m:sup>
                              <m:r>
                                <a:rPr lang="ar-AE"/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ar-AE" dirty="0"/>
              </a:p>
              <a:p>
                <a:r>
                  <a:rPr lang="en-IN" b="1" dirty="0"/>
                  <a:t> Key Point</a:t>
                </a:r>
              </a:p>
              <a:p>
                <a:r>
                  <a:rPr lang="en-IN" dirty="0"/>
                  <a:t>Simple and fast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DC38E5-E1BA-BDBA-3A7D-013F812C14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0" y="1916832"/>
                <a:ext cx="9144000" cy="4267200"/>
              </a:xfrm>
              <a:blipFill>
                <a:blip r:embed="rId2"/>
                <a:stretch>
                  <a:fillRect l="-667" t="-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Second-Order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4F7A-C7FB-FC2F-19AE-479543AA5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Concept: </a:t>
            </a:r>
            <a:r>
              <a:rPr lang="en-IN" dirty="0"/>
              <a:t>Use the </a:t>
            </a:r>
            <a:r>
              <a:rPr lang="en-IN" b="1" dirty="0"/>
              <a:t>second derivative</a:t>
            </a:r>
            <a:r>
              <a:rPr lang="en-IN" dirty="0"/>
              <a:t> of intensity</a:t>
            </a:r>
          </a:p>
          <a:p>
            <a:pPr marL="0" indent="0">
              <a:buNone/>
            </a:pPr>
            <a:r>
              <a:rPr lang="en-IN" b="1" dirty="0"/>
              <a:t>Methods</a:t>
            </a:r>
          </a:p>
          <a:p>
            <a:pPr lvl="1"/>
            <a:r>
              <a:rPr lang="en-IN" dirty="0"/>
              <a:t>Laplacian</a:t>
            </a:r>
          </a:p>
          <a:p>
            <a:pPr lvl="1"/>
            <a:r>
              <a:rPr lang="en-IN" dirty="0" err="1"/>
              <a:t>LoG</a:t>
            </a:r>
            <a:r>
              <a:rPr lang="en-IN" dirty="0"/>
              <a:t> (Laplacian of Gaussian)</a:t>
            </a:r>
          </a:p>
          <a:p>
            <a:pPr marL="0" indent="0">
              <a:buNone/>
            </a:pPr>
            <a:r>
              <a:rPr lang="en-IN" b="1" dirty="0"/>
              <a:t>Detection</a:t>
            </a:r>
          </a:p>
          <a:p>
            <a:r>
              <a:rPr lang="en-IN" dirty="0"/>
              <a:t>Edges at </a:t>
            </a:r>
            <a:r>
              <a:rPr lang="en-IN" b="1" dirty="0"/>
              <a:t>zero-crossings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Key Point</a:t>
            </a:r>
          </a:p>
          <a:p>
            <a:r>
              <a:rPr lang="en-IN" dirty="0"/>
              <a:t>Detects fine details</a:t>
            </a:r>
          </a:p>
          <a:p>
            <a:pPr marL="0" indent="0">
              <a:buNone/>
            </a:pPr>
            <a:r>
              <a:rPr lang="en-IN" b="1" dirty="0"/>
              <a:t>Limitation</a:t>
            </a:r>
          </a:p>
          <a:p>
            <a:r>
              <a:rPr lang="en-IN" dirty="0"/>
              <a:t>Very sensitive to noise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Canny Edge detection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01D9F3-3754-0951-291F-32DE0C70D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Concept: </a:t>
            </a:r>
            <a:r>
              <a:rPr lang="en-IN" dirty="0"/>
              <a:t>Multi-stage, optimal edge detector</a:t>
            </a:r>
          </a:p>
          <a:p>
            <a:pPr marL="0" indent="0">
              <a:buNone/>
            </a:pPr>
            <a:r>
              <a:rPr lang="en-IN" b="1" dirty="0"/>
              <a:t> Steps</a:t>
            </a:r>
          </a:p>
          <a:p>
            <a:r>
              <a:rPr lang="en-IN" dirty="0"/>
              <a:t>Noise reduction</a:t>
            </a:r>
          </a:p>
          <a:p>
            <a:r>
              <a:rPr lang="en-IN" dirty="0"/>
              <a:t>Gradient calculation</a:t>
            </a:r>
          </a:p>
          <a:p>
            <a:r>
              <a:rPr lang="en-IN" dirty="0"/>
              <a:t>Non-max suppression</a:t>
            </a:r>
          </a:p>
          <a:p>
            <a:r>
              <a:rPr lang="en-IN" dirty="0"/>
              <a:t>Double thresholding</a:t>
            </a:r>
          </a:p>
          <a:p>
            <a:r>
              <a:rPr lang="en-IN" dirty="0"/>
              <a:t>Edge tracking</a:t>
            </a:r>
          </a:p>
          <a:p>
            <a:pPr marL="0" indent="0">
              <a:buNone/>
            </a:pPr>
            <a:r>
              <a:rPr lang="en-IN" b="1" dirty="0"/>
              <a:t>Key Point</a:t>
            </a:r>
          </a:p>
          <a:p>
            <a:r>
              <a:rPr lang="en-IN" dirty="0"/>
              <a:t>Best trade-off between noise &amp; accuracy</a:t>
            </a:r>
          </a:p>
          <a:p>
            <a:endParaRPr lang="ar-AE" dirty="0"/>
          </a:p>
        </p:txBody>
      </p:sp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Edge Linking/Contour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A62D9-96EA-6D70-E1BD-2206E6FA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Concept :</a:t>
            </a:r>
            <a:r>
              <a:rPr lang="en-US" dirty="0"/>
              <a:t>Convert detected edges into </a:t>
            </a:r>
            <a:r>
              <a:rPr lang="en-US" b="1" dirty="0"/>
              <a:t>continuous boundaries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Methods</a:t>
            </a:r>
          </a:p>
          <a:p>
            <a:r>
              <a:rPr lang="en-US" dirty="0"/>
              <a:t>Hough Transform</a:t>
            </a:r>
          </a:p>
          <a:p>
            <a:r>
              <a:rPr lang="en-US" dirty="0"/>
              <a:t>Contour tracing</a:t>
            </a:r>
          </a:p>
          <a:p>
            <a:r>
              <a:rPr lang="en-US" dirty="0"/>
              <a:t>Graph-based linking</a:t>
            </a:r>
          </a:p>
          <a:p>
            <a:pPr marL="0" indent="0">
              <a:buNone/>
            </a:pPr>
            <a:r>
              <a:rPr lang="en-US" b="1" dirty="0"/>
              <a:t>Key Point</a:t>
            </a:r>
          </a:p>
          <a:p>
            <a:r>
              <a:rPr lang="en-US" dirty="0"/>
              <a:t>Helps form complete objects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Active Contours(Snakes)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Concept: </a:t>
            </a:r>
            <a:r>
              <a:rPr lang="en-US" dirty="0"/>
              <a:t>A curve evolves to fit object boundary by minimizing energy</a:t>
            </a:r>
          </a:p>
          <a:p>
            <a:pPr marL="0" indent="0">
              <a:buNone/>
            </a:pPr>
            <a:r>
              <a:rPr lang="en-US" b="1" dirty="0"/>
              <a:t> Energy Components</a:t>
            </a:r>
          </a:p>
          <a:p>
            <a:r>
              <a:rPr lang="en-US" dirty="0"/>
              <a:t>Internal (smoothness)</a:t>
            </a:r>
          </a:p>
          <a:p>
            <a:r>
              <a:rPr lang="en-US" dirty="0"/>
              <a:t>External (image forces)</a:t>
            </a:r>
          </a:p>
          <a:p>
            <a:pPr marL="0" indent="0">
              <a:buNone/>
            </a:pPr>
            <a:r>
              <a:rPr lang="en-US" b="1" dirty="0"/>
              <a:t>Key Point</a:t>
            </a:r>
          </a:p>
          <a:p>
            <a:r>
              <a:rPr lang="en-US" dirty="0"/>
              <a:t>Flexible and accurate for complex shapes</a:t>
            </a:r>
          </a:p>
          <a:p>
            <a:pPr marL="0" indent="0">
              <a:buNone/>
            </a:pPr>
            <a:r>
              <a:rPr lang="en-US" b="1" dirty="0"/>
              <a:t>Limitation</a:t>
            </a:r>
          </a:p>
          <a:p>
            <a:r>
              <a:rPr lang="en-US" dirty="0"/>
              <a:t>Needs good </a:t>
            </a:r>
            <a:r>
              <a:rPr lang="en-US" dirty="0" err="1"/>
              <a:t>initialisation</a:t>
            </a:r>
            <a:endParaRPr lang="en-US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3195</TotalTime>
  <Words>364</Words>
  <Application>Microsoft Office PowerPoint</Application>
  <PresentationFormat>Widescreen</PresentationFormat>
  <Paragraphs>104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Candara</vt:lpstr>
      <vt:lpstr>Consolas</vt:lpstr>
      <vt:lpstr>Tech Computer 16x9</vt:lpstr>
      <vt:lpstr>Computer Vision – Module 4</vt:lpstr>
      <vt:lpstr>Image Segmentation</vt:lpstr>
      <vt:lpstr>Region Growing</vt:lpstr>
      <vt:lpstr>Region Splitting</vt:lpstr>
      <vt:lpstr>Region merging</vt:lpstr>
      <vt:lpstr>Split and Merge</vt:lpstr>
      <vt:lpstr>Thresholding</vt:lpstr>
      <vt:lpstr>Edge Based Methods – Gradient method</vt:lpstr>
      <vt:lpstr>Second-Order Methods</vt:lpstr>
      <vt:lpstr>Canny Edge detection</vt:lpstr>
      <vt:lpstr>Edge Linking/Contour detection</vt:lpstr>
      <vt:lpstr>Active Contours(Snakes)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55</cp:revision>
  <dcterms:created xsi:type="dcterms:W3CDTF">2026-01-28T09:27:21Z</dcterms:created>
  <dcterms:modified xsi:type="dcterms:W3CDTF">2026-03-17T10:37:34Z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