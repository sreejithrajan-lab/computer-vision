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76" r:id="rId3"/>
    <p:sldId id="265" r:id="rId4"/>
    <p:sldId id="277" r:id="rId5"/>
    <p:sldId id="278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91" r:id="rId14"/>
    <p:sldId id="287" r:id="rId15"/>
    <p:sldId id="288" r:id="rId16"/>
    <p:sldId id="289" r:id="rId17"/>
    <p:sldId id="292" r:id="rId18"/>
    <p:sldId id="290" r:id="rId19"/>
    <p:sldId id="293" r:id="rId20"/>
    <p:sldId id="294" r:id="rId21"/>
    <p:sldId id="295" r:id="rId22"/>
    <p:sldId id="296" r:id="rId23"/>
    <p:sldId id="297" r:id="rId24"/>
    <p:sldId id="2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12B0D-43A0-494E-A4D4-1828271DDC57}" v="166" dt="2026-02-03T09:05:17.6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95" d="100"/>
          <a:sy n="95" d="100"/>
        </p:scale>
        <p:origin x="163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modSld sldOrd">
      <pc:chgData name="Sreejith Rajan" userId="ec11bca0e4bee75f" providerId="LiveId" clId="{7B4F392D-EAB3-4CE7-903E-F84869825F47}" dt="2026-02-03T09:05:27.975" v="1666" actId="20577"/>
      <pc:docMkLst>
        <pc:docMk/>
      </pc:docMkLst>
      <pc:sldChg chg="modSp mod">
        <pc:chgData name="Sreejith Rajan" userId="ec11bca0e4bee75f" providerId="LiveId" clId="{7B4F392D-EAB3-4CE7-903E-F84869825F47}" dt="2026-01-28T11:14:32.433" v="381" actId="113"/>
        <pc:sldMkLst>
          <pc:docMk/>
          <pc:sldMk cId="2949394097" sldId="277"/>
        </pc:sldMkLst>
        <pc:spChg chg="mod">
          <ac:chgData name="Sreejith Rajan" userId="ec11bca0e4bee75f" providerId="LiveId" clId="{7B4F392D-EAB3-4CE7-903E-F84869825F47}" dt="2026-01-28T11:14:32.433" v="381" actId="113"/>
          <ac:spMkLst>
            <pc:docMk/>
            <pc:sldMk cId="2949394097" sldId="277"/>
            <ac:spMk id="3" creationId="{969F247C-BC93-52DB-77E7-71348FF77D03}"/>
          </ac:spMkLst>
        </pc:spChg>
      </pc:sldChg>
      <pc:sldChg chg="addSp delSp modSp new mod">
        <pc:chgData name="Sreejith Rajan" userId="ec11bca0e4bee75f" providerId="LiveId" clId="{7B4F392D-EAB3-4CE7-903E-F84869825F47}" dt="2026-01-28T11:07:09.576" v="299" actId="20577"/>
        <pc:sldMkLst>
          <pc:docMk/>
          <pc:sldMk cId="577398395" sldId="281"/>
        </pc:sldMkLst>
        <pc:spChg chg="mod">
          <ac:chgData name="Sreejith Rajan" userId="ec11bca0e4bee75f" providerId="LiveId" clId="{7B4F392D-EAB3-4CE7-903E-F84869825F47}" dt="2026-01-28T11:00:10.388" v="32" actId="20577"/>
          <ac:spMkLst>
            <pc:docMk/>
            <pc:sldMk cId="577398395" sldId="281"/>
            <ac:spMk id="2" creationId="{16B3C73F-CDA9-DD6C-267F-97D502340C6E}"/>
          </ac:spMkLst>
        </pc:spChg>
        <pc:spChg chg="add del mod">
          <ac:chgData name="Sreejith Rajan" userId="ec11bca0e4bee75f" providerId="LiveId" clId="{7B4F392D-EAB3-4CE7-903E-F84869825F47}" dt="2026-01-28T11:07:09.576" v="299" actId="20577"/>
          <ac:spMkLst>
            <pc:docMk/>
            <pc:sldMk cId="577398395" sldId="281"/>
            <ac:spMk id="3" creationId="{91DC38E5-E1BA-BDBA-3A7D-013F812C149C}"/>
          </ac:spMkLst>
        </pc:spChg>
      </pc:sldChg>
      <pc:sldChg chg="modSp add mod">
        <pc:chgData name="Sreejith Rajan" userId="ec11bca0e4bee75f" providerId="LiveId" clId="{7B4F392D-EAB3-4CE7-903E-F84869825F47}" dt="2026-01-28T11:12:20.889" v="380" actId="20577"/>
        <pc:sldMkLst>
          <pc:docMk/>
          <pc:sldMk cId="496715533" sldId="282"/>
        </pc:sldMkLst>
        <pc:spChg chg="mod">
          <ac:chgData name="Sreejith Rajan" userId="ec11bca0e4bee75f" providerId="LiveId" clId="{7B4F392D-EAB3-4CE7-903E-F84869825F47}" dt="2026-01-28T11:10:43.259" v="338" actId="20577"/>
          <ac:spMkLst>
            <pc:docMk/>
            <pc:sldMk cId="496715533" sldId="282"/>
            <ac:spMk id="2" creationId="{79F203E6-B395-60BD-8553-7869DA7569D3}"/>
          </ac:spMkLst>
        </pc:spChg>
        <pc:spChg chg="mod">
          <ac:chgData name="Sreejith Rajan" userId="ec11bca0e4bee75f" providerId="LiveId" clId="{7B4F392D-EAB3-4CE7-903E-F84869825F47}" dt="2026-01-28T11:12:20.889" v="380" actId="20577"/>
          <ac:spMkLst>
            <pc:docMk/>
            <pc:sldMk cId="496715533" sldId="282"/>
            <ac:spMk id="3" creationId="{31E74F7A-C7FB-FC2F-19AE-479543AA5FF5}"/>
          </ac:spMkLst>
        </pc:spChg>
      </pc:sldChg>
      <pc:sldChg chg="addSp delSp modSp new mod">
        <pc:chgData name="Sreejith Rajan" userId="ec11bca0e4bee75f" providerId="LiveId" clId="{7B4F392D-EAB3-4CE7-903E-F84869825F47}" dt="2026-01-28T12:29:00.098" v="454" actId="1076"/>
        <pc:sldMkLst>
          <pc:docMk/>
          <pc:sldMk cId="3476075454" sldId="283"/>
        </pc:sldMkLst>
        <pc:spChg chg="mod">
          <ac:chgData name="Sreejith Rajan" userId="ec11bca0e4bee75f" providerId="LiveId" clId="{7B4F392D-EAB3-4CE7-903E-F84869825F47}" dt="2026-01-28T12:28:41.328" v="449" actId="20577"/>
          <ac:spMkLst>
            <pc:docMk/>
            <pc:sldMk cId="3476075454" sldId="283"/>
            <ac:spMk id="2" creationId="{A07D470A-F35B-E369-AE37-3E931EF4B4DC}"/>
          </ac:spMkLst>
        </pc:spChg>
        <pc:picChg chg="add mod">
          <ac:chgData name="Sreejith Rajan" userId="ec11bca0e4bee75f" providerId="LiveId" clId="{7B4F392D-EAB3-4CE7-903E-F84869825F47}" dt="2026-01-28T12:29:00.098" v="454" actId="1076"/>
          <ac:picMkLst>
            <pc:docMk/>
            <pc:sldMk cId="3476075454" sldId="283"/>
            <ac:picMk id="5" creationId="{F66F1145-C370-6EFA-C993-F57E3245DDB2}"/>
          </ac:picMkLst>
        </pc:picChg>
      </pc:sldChg>
      <pc:sldChg chg="modSp new mod">
        <pc:chgData name="Sreejith Rajan" userId="ec11bca0e4bee75f" providerId="LiveId" clId="{7B4F392D-EAB3-4CE7-903E-F84869825F47}" dt="2026-01-29T08:26:13.028" v="673" actId="20577"/>
        <pc:sldMkLst>
          <pc:docMk/>
          <pc:sldMk cId="1078901978" sldId="284"/>
        </pc:sldMkLst>
        <pc:spChg chg="mod">
          <ac:chgData name="Sreejith Rajan" userId="ec11bca0e4bee75f" providerId="LiveId" clId="{7B4F392D-EAB3-4CE7-903E-F84869825F47}" dt="2026-01-29T08:22:49.645" v="507" actId="20577"/>
          <ac:spMkLst>
            <pc:docMk/>
            <pc:sldMk cId="1078901978" sldId="284"/>
            <ac:spMk id="2" creationId="{DB86669E-BD96-D32E-B9BA-7F8E7841B0C9}"/>
          </ac:spMkLst>
        </pc:spChg>
        <pc:spChg chg="mod">
          <ac:chgData name="Sreejith Rajan" userId="ec11bca0e4bee75f" providerId="LiveId" clId="{7B4F392D-EAB3-4CE7-903E-F84869825F47}" dt="2026-01-29T08:26:13.028" v="673" actId="20577"/>
          <ac:spMkLst>
            <pc:docMk/>
            <pc:sldMk cId="1078901978" sldId="284"/>
            <ac:spMk id="3" creationId="{694A62D9-96EA-6D70-E1BD-2206E6FA391A}"/>
          </ac:spMkLst>
        </pc:spChg>
      </pc:sldChg>
      <pc:sldChg chg="addSp delSp modSp new mod">
        <pc:chgData name="Sreejith Rajan" userId="ec11bca0e4bee75f" providerId="LiveId" clId="{7B4F392D-EAB3-4CE7-903E-F84869825F47}" dt="2026-01-29T08:31:47.847" v="819" actId="20577"/>
        <pc:sldMkLst>
          <pc:docMk/>
          <pc:sldMk cId="4118352869" sldId="285"/>
        </pc:sldMkLst>
        <pc:spChg chg="mod">
          <ac:chgData name="Sreejith Rajan" userId="ec11bca0e4bee75f" providerId="LiveId" clId="{7B4F392D-EAB3-4CE7-903E-F84869825F47}" dt="2026-01-29T08:26:29.235" v="688" actId="20577"/>
          <ac:spMkLst>
            <pc:docMk/>
            <pc:sldMk cId="4118352869" sldId="285"/>
            <ac:spMk id="2" creationId="{57EE5E69-DBB8-9A84-901B-F8902586ED84}"/>
          </ac:spMkLst>
        </pc:spChg>
        <pc:spChg chg="add del mod">
          <ac:chgData name="Sreejith Rajan" userId="ec11bca0e4bee75f" providerId="LiveId" clId="{7B4F392D-EAB3-4CE7-903E-F84869825F47}" dt="2026-01-29T08:31:47.847" v="819" actId="20577"/>
          <ac:spMkLst>
            <pc:docMk/>
            <pc:sldMk cId="4118352869" sldId="285"/>
            <ac:spMk id="3" creationId="{5207A0A3-2CAD-9B82-BB0A-D31121435AF1}"/>
          </ac:spMkLst>
        </pc:spChg>
        <pc:picChg chg="add mod">
          <ac:chgData name="Sreejith Rajan" userId="ec11bca0e4bee75f" providerId="LiveId" clId="{7B4F392D-EAB3-4CE7-903E-F84869825F47}" dt="2026-01-29T08:29:21.543" v="718" actId="1076"/>
          <ac:picMkLst>
            <pc:docMk/>
            <pc:sldMk cId="4118352869" sldId="285"/>
            <ac:picMk id="6" creationId="{FF939A5D-87AE-E08F-A0EB-2A792D733730}"/>
          </ac:picMkLst>
        </pc:picChg>
        <pc:picChg chg="add mod modCrop">
          <ac:chgData name="Sreejith Rajan" userId="ec11bca0e4bee75f" providerId="LiveId" clId="{7B4F392D-EAB3-4CE7-903E-F84869825F47}" dt="2026-01-29T08:30:23.703" v="726" actId="14100"/>
          <ac:picMkLst>
            <pc:docMk/>
            <pc:sldMk cId="4118352869" sldId="285"/>
            <ac:picMk id="8" creationId="{EEEEDC4D-FE28-2CFA-F1F5-328088FA27CA}"/>
          </ac:picMkLst>
        </pc:picChg>
      </pc:sldChg>
      <pc:sldChg chg="addSp delSp modSp new mod">
        <pc:chgData name="Sreejith Rajan" userId="ec11bca0e4bee75f" providerId="LiveId" clId="{7B4F392D-EAB3-4CE7-903E-F84869825F47}" dt="2026-01-29T09:28:57.892" v="850" actId="1076"/>
        <pc:sldMkLst>
          <pc:docMk/>
          <pc:sldMk cId="8252786" sldId="286"/>
        </pc:sldMkLst>
        <pc:spChg chg="mod">
          <ac:chgData name="Sreejith Rajan" userId="ec11bca0e4bee75f" providerId="LiveId" clId="{7B4F392D-EAB3-4CE7-903E-F84869825F47}" dt="2026-01-29T09:25:58.469" v="833" actId="20577"/>
          <ac:spMkLst>
            <pc:docMk/>
            <pc:sldMk cId="8252786" sldId="286"/>
            <ac:spMk id="2" creationId="{E1C181D6-A397-FF96-77EE-DF392A3CD488}"/>
          </ac:spMkLst>
        </pc:spChg>
        <pc:spChg chg="mod">
          <ac:chgData name="Sreejith Rajan" userId="ec11bca0e4bee75f" providerId="LiveId" clId="{7B4F392D-EAB3-4CE7-903E-F84869825F47}" dt="2026-01-29T09:26:43.747" v="841" actId="20577"/>
          <ac:spMkLst>
            <pc:docMk/>
            <pc:sldMk cId="8252786" sldId="286"/>
            <ac:spMk id="3" creationId="{BCE21B45-62C6-AF35-6F8F-4D1A75537E7E}"/>
          </ac:spMkLst>
        </pc:spChg>
        <pc:picChg chg="add mod modCrop">
          <ac:chgData name="Sreejith Rajan" userId="ec11bca0e4bee75f" providerId="LiveId" clId="{7B4F392D-EAB3-4CE7-903E-F84869825F47}" dt="2026-01-29T09:28:57.892" v="850" actId="1076"/>
          <ac:picMkLst>
            <pc:docMk/>
            <pc:sldMk cId="8252786" sldId="286"/>
            <ac:picMk id="5" creationId="{04FE6E30-ACFB-29A7-1C9E-5F230EC40A9F}"/>
          </ac:picMkLst>
        </pc:picChg>
      </pc:sldChg>
      <pc:sldChg chg="modSp new mod">
        <pc:chgData name="Sreejith Rajan" userId="ec11bca0e4bee75f" providerId="LiveId" clId="{7B4F392D-EAB3-4CE7-903E-F84869825F47}" dt="2026-01-29T09:32:16.136" v="963" actId="20577"/>
        <pc:sldMkLst>
          <pc:docMk/>
          <pc:sldMk cId="2061746392" sldId="287"/>
        </pc:sldMkLst>
        <pc:spChg chg="mod">
          <ac:chgData name="Sreejith Rajan" userId="ec11bca0e4bee75f" providerId="LiveId" clId="{7B4F392D-EAB3-4CE7-903E-F84869825F47}" dt="2026-01-29T09:29:12.335" v="867" actId="20577"/>
          <ac:spMkLst>
            <pc:docMk/>
            <pc:sldMk cId="2061746392" sldId="287"/>
            <ac:spMk id="2" creationId="{3FD7936A-0E49-A77C-2A51-375E04F88356}"/>
          </ac:spMkLst>
        </pc:spChg>
        <pc:spChg chg="mod">
          <ac:chgData name="Sreejith Rajan" userId="ec11bca0e4bee75f" providerId="LiveId" clId="{7B4F392D-EAB3-4CE7-903E-F84869825F47}" dt="2026-01-29T09:32:16.136" v="963" actId="20577"/>
          <ac:spMkLst>
            <pc:docMk/>
            <pc:sldMk cId="2061746392" sldId="287"/>
            <ac:spMk id="3" creationId="{D43D2F27-11CE-5CFC-B33B-5885F64A7D3A}"/>
          </ac:spMkLst>
        </pc:spChg>
      </pc:sldChg>
      <pc:sldChg chg="addSp modSp new mod">
        <pc:chgData name="Sreejith Rajan" userId="ec11bca0e4bee75f" providerId="LiveId" clId="{7B4F392D-EAB3-4CE7-903E-F84869825F47}" dt="2026-01-29T09:34:54.589" v="993" actId="1076"/>
        <pc:sldMkLst>
          <pc:docMk/>
          <pc:sldMk cId="3650375048" sldId="288"/>
        </pc:sldMkLst>
        <pc:spChg chg="mod">
          <ac:chgData name="Sreejith Rajan" userId="ec11bca0e4bee75f" providerId="LiveId" clId="{7B4F392D-EAB3-4CE7-903E-F84869825F47}" dt="2026-01-29T09:32:57.991" v="975" actId="20577"/>
          <ac:spMkLst>
            <pc:docMk/>
            <pc:sldMk cId="3650375048" sldId="288"/>
            <ac:spMk id="2" creationId="{BD28CB1F-A559-A303-4744-775851E22599}"/>
          </ac:spMkLst>
        </pc:spChg>
        <pc:spChg chg="mod">
          <ac:chgData name="Sreejith Rajan" userId="ec11bca0e4bee75f" providerId="LiveId" clId="{7B4F392D-EAB3-4CE7-903E-F84869825F47}" dt="2026-01-29T09:33:38.347" v="988" actId="20577"/>
          <ac:spMkLst>
            <pc:docMk/>
            <pc:sldMk cId="3650375048" sldId="288"/>
            <ac:spMk id="3" creationId="{F018D86A-87BE-3295-49A6-6F01471E0EF5}"/>
          </ac:spMkLst>
        </pc:spChg>
        <pc:picChg chg="add mod modCrop">
          <ac:chgData name="Sreejith Rajan" userId="ec11bca0e4bee75f" providerId="LiveId" clId="{7B4F392D-EAB3-4CE7-903E-F84869825F47}" dt="2026-01-29T09:34:54.589" v="993" actId="1076"/>
          <ac:picMkLst>
            <pc:docMk/>
            <pc:sldMk cId="3650375048" sldId="288"/>
            <ac:picMk id="5" creationId="{ED57B221-1DC5-044B-3A58-35E842DA1039}"/>
          </ac:picMkLst>
        </pc:picChg>
      </pc:sldChg>
      <pc:sldChg chg="addSp modSp new mod">
        <pc:chgData name="Sreejith Rajan" userId="ec11bca0e4bee75f" providerId="LiveId" clId="{7B4F392D-EAB3-4CE7-903E-F84869825F47}" dt="2026-01-29T09:36:48.392" v="1016" actId="1076"/>
        <pc:sldMkLst>
          <pc:docMk/>
          <pc:sldMk cId="3970158279" sldId="289"/>
        </pc:sldMkLst>
        <pc:spChg chg="mod">
          <ac:chgData name="Sreejith Rajan" userId="ec11bca0e4bee75f" providerId="LiveId" clId="{7B4F392D-EAB3-4CE7-903E-F84869825F47}" dt="2026-01-29T09:35:16.838" v="1006" actId="20577"/>
          <ac:spMkLst>
            <pc:docMk/>
            <pc:sldMk cId="3970158279" sldId="289"/>
            <ac:spMk id="2" creationId="{752AED4F-3E39-26B9-1F38-43039E149EFE}"/>
          </ac:spMkLst>
        </pc:spChg>
        <pc:spChg chg="mod">
          <ac:chgData name="Sreejith Rajan" userId="ec11bca0e4bee75f" providerId="LiveId" clId="{7B4F392D-EAB3-4CE7-903E-F84869825F47}" dt="2026-01-29T09:36:12.173" v="1011" actId="20577"/>
          <ac:spMkLst>
            <pc:docMk/>
            <pc:sldMk cId="3970158279" sldId="289"/>
            <ac:spMk id="3" creationId="{3267779D-E370-25AB-0F5B-2C280D780C6C}"/>
          </ac:spMkLst>
        </pc:spChg>
        <pc:picChg chg="add mod modCrop">
          <ac:chgData name="Sreejith Rajan" userId="ec11bca0e4bee75f" providerId="LiveId" clId="{7B4F392D-EAB3-4CE7-903E-F84869825F47}" dt="2026-01-29T09:36:48.392" v="1016" actId="1076"/>
          <ac:picMkLst>
            <pc:docMk/>
            <pc:sldMk cId="3970158279" sldId="289"/>
            <ac:picMk id="5" creationId="{8D7D7D97-C763-C1C7-0F38-192171BC4804}"/>
          </ac:picMkLst>
        </pc:picChg>
      </pc:sldChg>
      <pc:sldChg chg="addSp delSp modSp new mod">
        <pc:chgData name="Sreejith Rajan" userId="ec11bca0e4bee75f" providerId="LiveId" clId="{7B4F392D-EAB3-4CE7-903E-F84869825F47}" dt="2026-01-29T09:37:56.140" v="1038" actId="1076"/>
        <pc:sldMkLst>
          <pc:docMk/>
          <pc:sldMk cId="359768088" sldId="290"/>
        </pc:sldMkLst>
        <pc:spChg chg="mod">
          <ac:chgData name="Sreejith Rajan" userId="ec11bca0e4bee75f" providerId="LiveId" clId="{7B4F392D-EAB3-4CE7-903E-F84869825F47}" dt="2026-01-29T09:37:18.044" v="1031" actId="20577"/>
          <ac:spMkLst>
            <pc:docMk/>
            <pc:sldMk cId="359768088" sldId="290"/>
            <ac:spMk id="2" creationId="{3AA3F0BE-C8FB-20E5-8EE9-139CD235B75A}"/>
          </ac:spMkLst>
        </pc:spChg>
        <pc:graphicFrameChg chg="add mod modGraphic">
          <ac:chgData name="Sreejith Rajan" userId="ec11bca0e4bee75f" providerId="LiveId" clId="{7B4F392D-EAB3-4CE7-903E-F84869825F47}" dt="2026-01-29T09:37:56.140" v="1038" actId="1076"/>
          <ac:graphicFrameMkLst>
            <pc:docMk/>
            <pc:sldMk cId="359768088" sldId="290"/>
            <ac:graphicFrameMk id="4" creationId="{B32C0619-FD52-E358-B779-3AC6682B32DA}"/>
          </ac:graphicFrameMkLst>
        </pc:graphicFrameChg>
      </pc:sldChg>
      <pc:sldChg chg="modSp new mod">
        <pc:chgData name="Sreejith Rajan" userId="ec11bca0e4bee75f" providerId="LiveId" clId="{7B4F392D-EAB3-4CE7-903E-F84869825F47}" dt="2026-01-29T09:47:40.816" v="1347" actId="20577"/>
        <pc:sldMkLst>
          <pc:docMk/>
          <pc:sldMk cId="3485488711" sldId="291"/>
        </pc:sldMkLst>
        <pc:spChg chg="mod">
          <ac:chgData name="Sreejith Rajan" userId="ec11bca0e4bee75f" providerId="LiveId" clId="{7B4F392D-EAB3-4CE7-903E-F84869825F47}" dt="2026-01-29T09:39:35.521" v="1055" actId="20577"/>
          <ac:spMkLst>
            <pc:docMk/>
            <pc:sldMk cId="3485488711" sldId="291"/>
            <ac:spMk id="2" creationId="{422CC8AF-72C7-78E6-5DDE-EDAB30E54AC6}"/>
          </ac:spMkLst>
        </pc:spChg>
        <pc:spChg chg="mod">
          <ac:chgData name="Sreejith Rajan" userId="ec11bca0e4bee75f" providerId="LiveId" clId="{7B4F392D-EAB3-4CE7-903E-F84869825F47}" dt="2026-01-29T09:47:40.816" v="1347" actId="20577"/>
          <ac:spMkLst>
            <pc:docMk/>
            <pc:sldMk cId="3485488711" sldId="291"/>
            <ac:spMk id="3" creationId="{8616D05F-B51C-A5F8-851E-1C960A2D25D1}"/>
          </ac:spMkLst>
        </pc:spChg>
      </pc:sldChg>
      <pc:sldChg chg="modSp add mod ord">
        <pc:chgData name="Sreejith Rajan" userId="ec11bca0e4bee75f" providerId="LiveId" clId="{7B4F392D-EAB3-4CE7-903E-F84869825F47}" dt="2026-01-29T09:48:22.889" v="1356" actId="20577"/>
        <pc:sldMkLst>
          <pc:docMk/>
          <pc:sldMk cId="22085607" sldId="292"/>
        </pc:sldMkLst>
        <pc:spChg chg="mod">
          <ac:chgData name="Sreejith Rajan" userId="ec11bca0e4bee75f" providerId="LiveId" clId="{7B4F392D-EAB3-4CE7-903E-F84869825F47}" dt="2026-01-29T09:44:40.913" v="1240" actId="20577"/>
          <ac:spMkLst>
            <pc:docMk/>
            <pc:sldMk cId="22085607" sldId="292"/>
            <ac:spMk id="2" creationId="{C3B5DD5C-E89C-9928-7828-330493D6D747}"/>
          </ac:spMkLst>
        </pc:spChg>
        <pc:spChg chg="mod">
          <ac:chgData name="Sreejith Rajan" userId="ec11bca0e4bee75f" providerId="LiveId" clId="{7B4F392D-EAB3-4CE7-903E-F84869825F47}" dt="2026-01-29T09:48:22.889" v="1356" actId="20577"/>
          <ac:spMkLst>
            <pc:docMk/>
            <pc:sldMk cId="22085607" sldId="292"/>
            <ac:spMk id="3" creationId="{9ED32EAF-8AFD-86D2-3DB3-FF3F7AE648BB}"/>
          </ac:spMkLst>
        </pc:spChg>
      </pc:sldChg>
      <pc:sldChg chg="addSp modSp new mod">
        <pc:chgData name="Sreejith Rajan" userId="ec11bca0e4bee75f" providerId="LiveId" clId="{7B4F392D-EAB3-4CE7-903E-F84869825F47}" dt="2026-02-02T08:39:10.558" v="1622" actId="1076"/>
        <pc:sldMkLst>
          <pc:docMk/>
          <pc:sldMk cId="838514129" sldId="293"/>
        </pc:sldMkLst>
        <pc:spChg chg="mod">
          <ac:chgData name="Sreejith Rajan" userId="ec11bca0e4bee75f" providerId="LiveId" clId="{7B4F392D-EAB3-4CE7-903E-F84869825F47}" dt="2026-02-02T08:12:41.136" v="1372" actId="20577"/>
          <ac:spMkLst>
            <pc:docMk/>
            <pc:sldMk cId="838514129" sldId="293"/>
            <ac:spMk id="2" creationId="{B61DC38C-B935-CC0F-245B-0788725A1200}"/>
          </ac:spMkLst>
        </pc:spChg>
        <pc:spChg chg="mod">
          <ac:chgData name="Sreejith Rajan" userId="ec11bca0e4bee75f" providerId="LiveId" clId="{7B4F392D-EAB3-4CE7-903E-F84869825F47}" dt="2026-02-02T08:14:56.810" v="1382" actId="20577"/>
          <ac:spMkLst>
            <pc:docMk/>
            <pc:sldMk cId="838514129" sldId="293"/>
            <ac:spMk id="3" creationId="{02501693-791A-3B64-E8E0-30247C118106}"/>
          </ac:spMkLst>
        </pc:spChg>
        <pc:spChg chg="add mod">
          <ac:chgData name="Sreejith Rajan" userId="ec11bca0e4bee75f" providerId="LiveId" clId="{7B4F392D-EAB3-4CE7-903E-F84869825F47}" dt="2026-02-02T08:39:10.558" v="1622" actId="1076"/>
          <ac:spMkLst>
            <pc:docMk/>
            <pc:sldMk cId="838514129" sldId="293"/>
            <ac:spMk id="6" creationId="{63CE9AAE-9582-C11A-8D4A-677DF8791256}"/>
          </ac:spMkLst>
        </pc:spChg>
        <pc:picChg chg="add mod">
          <ac:chgData name="Sreejith Rajan" userId="ec11bca0e4bee75f" providerId="LiveId" clId="{7B4F392D-EAB3-4CE7-903E-F84869825F47}" dt="2026-02-02T08:39:00.744" v="1619" actId="1076"/>
          <ac:picMkLst>
            <pc:docMk/>
            <pc:sldMk cId="838514129" sldId="293"/>
            <ac:picMk id="5" creationId="{D5535780-FFB7-357D-C7F6-9893F0ACD0B0}"/>
          </ac:picMkLst>
        </pc:picChg>
      </pc:sldChg>
      <pc:sldChg chg="addSp delSp modSp new mod">
        <pc:chgData name="Sreejith Rajan" userId="ec11bca0e4bee75f" providerId="LiveId" clId="{7B4F392D-EAB3-4CE7-903E-F84869825F47}" dt="2026-02-02T08:35:14.191" v="1587" actId="20577"/>
        <pc:sldMkLst>
          <pc:docMk/>
          <pc:sldMk cId="1094232091" sldId="294"/>
        </pc:sldMkLst>
        <pc:spChg chg="mod">
          <ac:chgData name="Sreejith Rajan" userId="ec11bca0e4bee75f" providerId="LiveId" clId="{7B4F392D-EAB3-4CE7-903E-F84869825F47}" dt="2026-02-02T08:18:31.548" v="1425" actId="20577"/>
          <ac:spMkLst>
            <pc:docMk/>
            <pc:sldMk cId="1094232091" sldId="294"/>
            <ac:spMk id="2" creationId="{C3405D6E-FDB3-4C52-65D8-D1FD95D01AEF}"/>
          </ac:spMkLst>
        </pc:spChg>
        <pc:spChg chg="mod">
          <ac:chgData name="Sreejith Rajan" userId="ec11bca0e4bee75f" providerId="LiveId" clId="{7B4F392D-EAB3-4CE7-903E-F84869825F47}" dt="2026-02-02T08:35:14.191" v="1587" actId="20577"/>
          <ac:spMkLst>
            <pc:docMk/>
            <pc:sldMk cId="1094232091" sldId="294"/>
            <ac:spMk id="3" creationId="{86347F61-D9A1-06BA-2897-992480998344}"/>
          </ac:spMkLst>
        </pc:spChg>
        <pc:picChg chg="add del mod">
          <ac:chgData name="Sreejith Rajan" userId="ec11bca0e4bee75f" providerId="LiveId" clId="{7B4F392D-EAB3-4CE7-903E-F84869825F47}" dt="2026-02-02T08:21:06.082" v="1460" actId="931"/>
          <ac:picMkLst>
            <pc:docMk/>
            <pc:sldMk cId="1094232091" sldId="294"/>
            <ac:picMk id="5" creationId="{D9855CD2-3339-F5AD-5E26-7F8EEA3E1757}"/>
          </ac:picMkLst>
        </pc:picChg>
        <pc:picChg chg="add mod">
          <ac:chgData name="Sreejith Rajan" userId="ec11bca0e4bee75f" providerId="LiveId" clId="{7B4F392D-EAB3-4CE7-903E-F84869825F47}" dt="2026-02-02T08:21:24.258" v="1465" actId="1076"/>
          <ac:picMkLst>
            <pc:docMk/>
            <pc:sldMk cId="1094232091" sldId="294"/>
            <ac:picMk id="7" creationId="{876E87A6-A21C-339D-E431-3311928BFA0E}"/>
          </ac:picMkLst>
        </pc:picChg>
      </pc:sldChg>
      <pc:sldChg chg="addSp modSp new mod">
        <pc:chgData name="Sreejith Rajan" userId="ec11bca0e4bee75f" providerId="LiveId" clId="{7B4F392D-EAB3-4CE7-903E-F84869825F47}" dt="2026-02-02T08:25:09.606" v="1502" actId="1076"/>
        <pc:sldMkLst>
          <pc:docMk/>
          <pc:sldMk cId="312179180" sldId="295"/>
        </pc:sldMkLst>
        <pc:spChg chg="mod">
          <ac:chgData name="Sreejith Rajan" userId="ec11bca0e4bee75f" providerId="LiveId" clId="{7B4F392D-EAB3-4CE7-903E-F84869825F47}" dt="2026-02-02T08:22:37.208" v="1481" actId="20577"/>
          <ac:spMkLst>
            <pc:docMk/>
            <pc:sldMk cId="312179180" sldId="295"/>
            <ac:spMk id="2" creationId="{14BAB176-CC97-CA7D-02E0-16695859D1CA}"/>
          </ac:spMkLst>
        </pc:spChg>
        <pc:spChg chg="mod">
          <ac:chgData name="Sreejith Rajan" userId="ec11bca0e4bee75f" providerId="LiveId" clId="{7B4F392D-EAB3-4CE7-903E-F84869825F47}" dt="2026-02-02T08:24:06.329" v="1498" actId="20577"/>
          <ac:spMkLst>
            <pc:docMk/>
            <pc:sldMk cId="312179180" sldId="295"/>
            <ac:spMk id="3" creationId="{94604663-0B0E-EF63-DB36-2558778FA607}"/>
          </ac:spMkLst>
        </pc:spChg>
        <pc:picChg chg="add mod">
          <ac:chgData name="Sreejith Rajan" userId="ec11bca0e4bee75f" providerId="LiveId" clId="{7B4F392D-EAB3-4CE7-903E-F84869825F47}" dt="2026-02-02T08:25:09.606" v="1502" actId="1076"/>
          <ac:picMkLst>
            <pc:docMk/>
            <pc:sldMk cId="312179180" sldId="295"/>
            <ac:picMk id="5" creationId="{0666F5A8-0AE5-47A7-55C1-10A1985273D5}"/>
          </ac:picMkLst>
        </pc:picChg>
      </pc:sldChg>
      <pc:sldChg chg="addSp delSp modSp new mod">
        <pc:chgData name="Sreejith Rajan" userId="ec11bca0e4bee75f" providerId="LiveId" clId="{7B4F392D-EAB3-4CE7-903E-F84869825F47}" dt="2026-02-02T08:29:48.696" v="1521"/>
        <pc:sldMkLst>
          <pc:docMk/>
          <pc:sldMk cId="484128902" sldId="296"/>
        </pc:sldMkLst>
        <pc:spChg chg="del">
          <ac:chgData name="Sreejith Rajan" userId="ec11bca0e4bee75f" providerId="LiveId" clId="{7B4F392D-EAB3-4CE7-903E-F84869825F47}" dt="2026-02-02T08:26:36.185" v="1512" actId="478"/>
          <ac:spMkLst>
            <pc:docMk/>
            <pc:sldMk cId="484128902" sldId="296"/>
            <ac:spMk id="2" creationId="{D9F28C28-82AF-0336-A436-7892AC7B03C6}"/>
          </ac:spMkLst>
        </pc:spChg>
        <pc:spChg chg="del">
          <ac:chgData name="Sreejith Rajan" userId="ec11bca0e4bee75f" providerId="LiveId" clId="{7B4F392D-EAB3-4CE7-903E-F84869825F47}" dt="2026-02-02T08:25:43.482" v="1504" actId="931"/>
          <ac:spMkLst>
            <pc:docMk/>
            <pc:sldMk cId="484128902" sldId="296"/>
            <ac:spMk id="3" creationId="{B45B21C3-F3BE-E4E1-ED1E-6AFA8DDB1F19}"/>
          </ac:spMkLst>
        </pc:spChg>
        <pc:spChg chg="add mod">
          <ac:chgData name="Sreejith Rajan" userId="ec11bca0e4bee75f" providerId="LiveId" clId="{7B4F392D-EAB3-4CE7-903E-F84869825F47}" dt="2026-02-02T08:29:21.246" v="1517" actId="14100"/>
          <ac:spMkLst>
            <pc:docMk/>
            <pc:sldMk cId="484128902" sldId="296"/>
            <ac:spMk id="8" creationId="{BFCF2B5D-EDD6-7E60-9DA7-39D256E54F55}"/>
          </ac:spMkLst>
        </pc:spChg>
        <pc:spChg chg="add mod">
          <ac:chgData name="Sreejith Rajan" userId="ec11bca0e4bee75f" providerId="LiveId" clId="{7B4F392D-EAB3-4CE7-903E-F84869825F47}" dt="2026-02-02T08:29:48.696" v="1521"/>
          <ac:spMkLst>
            <pc:docMk/>
            <pc:sldMk cId="484128902" sldId="296"/>
            <ac:spMk id="9" creationId="{16AC3D22-2D9E-8772-D549-10D20618FB07}"/>
          </ac:spMkLst>
        </pc:spChg>
        <pc:picChg chg="add mod ord">
          <ac:chgData name="Sreejith Rajan" userId="ec11bca0e4bee75f" providerId="LiveId" clId="{7B4F392D-EAB3-4CE7-903E-F84869825F47}" dt="2026-02-02T08:25:48.181" v="1506" actId="1076"/>
          <ac:picMkLst>
            <pc:docMk/>
            <pc:sldMk cId="484128902" sldId="296"/>
            <ac:picMk id="5" creationId="{C62074D3-2129-3E96-0B2D-F443D3BA9E88}"/>
          </ac:picMkLst>
        </pc:picChg>
        <pc:picChg chg="add mod">
          <ac:chgData name="Sreejith Rajan" userId="ec11bca0e4bee75f" providerId="LiveId" clId="{7B4F392D-EAB3-4CE7-903E-F84869825F47}" dt="2026-02-02T08:26:30.358" v="1511" actId="14100"/>
          <ac:picMkLst>
            <pc:docMk/>
            <pc:sldMk cId="484128902" sldId="296"/>
            <ac:picMk id="7" creationId="{4533A4B4-E02A-2AE0-0D6D-86E97CEC24D7}"/>
          </ac:picMkLst>
        </pc:picChg>
      </pc:sldChg>
      <pc:sldChg chg="addSp delSp modSp new mod">
        <pc:chgData name="Sreejith Rajan" userId="ec11bca0e4bee75f" providerId="LiveId" clId="{7B4F392D-EAB3-4CE7-903E-F84869825F47}" dt="2026-02-02T08:32:24.977" v="1558" actId="1076"/>
        <pc:sldMkLst>
          <pc:docMk/>
          <pc:sldMk cId="829793420" sldId="297"/>
        </pc:sldMkLst>
        <pc:spChg chg="mod">
          <ac:chgData name="Sreejith Rajan" userId="ec11bca0e4bee75f" providerId="LiveId" clId="{7B4F392D-EAB3-4CE7-903E-F84869825F47}" dt="2026-02-02T08:30:43.893" v="1548" actId="20577"/>
          <ac:spMkLst>
            <pc:docMk/>
            <pc:sldMk cId="829793420" sldId="297"/>
            <ac:spMk id="2" creationId="{014A04CF-15C4-8330-6BA3-B4FFA15F0EA5}"/>
          </ac:spMkLst>
        </pc:spChg>
        <pc:spChg chg="del">
          <ac:chgData name="Sreejith Rajan" userId="ec11bca0e4bee75f" providerId="LiveId" clId="{7B4F392D-EAB3-4CE7-903E-F84869825F47}" dt="2026-02-02T08:32:00.812" v="1549" actId="931"/>
          <ac:spMkLst>
            <pc:docMk/>
            <pc:sldMk cId="829793420" sldId="297"/>
            <ac:spMk id="3" creationId="{B19E949C-A0E1-B534-A103-5DE695A02ABE}"/>
          </ac:spMkLst>
        </pc:spChg>
        <pc:spChg chg="add mod">
          <ac:chgData name="Sreejith Rajan" userId="ec11bca0e4bee75f" providerId="LiveId" clId="{7B4F392D-EAB3-4CE7-903E-F84869825F47}" dt="2026-02-02T08:32:19.085" v="1555" actId="1076"/>
          <ac:spMkLst>
            <pc:docMk/>
            <pc:sldMk cId="829793420" sldId="297"/>
            <ac:spMk id="7" creationId="{79A87CA1-23AE-49E7-3500-81008DB9341B}"/>
          </ac:spMkLst>
        </pc:spChg>
        <pc:picChg chg="add mod ord">
          <ac:chgData name="Sreejith Rajan" userId="ec11bca0e4bee75f" providerId="LiveId" clId="{7B4F392D-EAB3-4CE7-903E-F84869825F47}" dt="2026-02-02T08:32:24.977" v="1558" actId="1076"/>
          <ac:picMkLst>
            <pc:docMk/>
            <pc:sldMk cId="829793420" sldId="297"/>
            <ac:picMk id="5" creationId="{31545EA1-E64A-0739-FC05-006BD7D35D69}"/>
          </ac:picMkLst>
        </pc:picChg>
      </pc:sldChg>
      <pc:sldChg chg="modSp new mod">
        <pc:chgData name="Sreejith Rajan" userId="ec11bca0e4bee75f" providerId="LiveId" clId="{7B4F392D-EAB3-4CE7-903E-F84869825F47}" dt="2026-02-03T09:05:27.975" v="1666" actId="20577"/>
        <pc:sldMkLst>
          <pc:docMk/>
          <pc:sldMk cId="2629671684" sldId="298"/>
        </pc:sldMkLst>
        <pc:spChg chg="mod">
          <ac:chgData name="Sreejith Rajan" userId="ec11bca0e4bee75f" providerId="LiveId" clId="{7B4F392D-EAB3-4CE7-903E-F84869825F47}" dt="2026-02-02T09:44:37.829" v="1641" actId="20577"/>
          <ac:spMkLst>
            <pc:docMk/>
            <pc:sldMk cId="2629671684" sldId="298"/>
            <ac:spMk id="2" creationId="{6120A8E8-A9A6-3874-A43B-0D8B9F0E21C1}"/>
          </ac:spMkLst>
        </pc:spChg>
        <pc:spChg chg="mod">
          <ac:chgData name="Sreejith Rajan" userId="ec11bca0e4bee75f" providerId="LiveId" clId="{7B4F392D-EAB3-4CE7-903E-F84869825F47}" dt="2026-02-03T09:05:27.975" v="1666" actId="20577"/>
          <ac:spMkLst>
            <pc:docMk/>
            <pc:sldMk cId="2629671684" sldId="298"/>
            <ac:spMk id="3" creationId="{CD899691-4739-5679-D451-0C66FE06F94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2/3/2026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2/3/2026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photographylife.com/what-is-aperture-in-photography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Computer Vision – Module 1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Dr. Sreejith Rajan							28-1-2026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C7A23-0564-8C40-1C9E-FFB7ABFF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CBF0D62-215A-4F0D-9E87-10286D71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Course Objectives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51E4E5B-1DCC-4BE6-D37C-862AE9CE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understand the fundamentals of image processing</a:t>
            </a:r>
            <a:endParaRPr dirty="0"/>
          </a:p>
          <a:p>
            <a:r>
              <a:rPr lang="en-IN" dirty="0"/>
              <a:t>To familiarise with image enhancement and image segmentation algorithms</a:t>
            </a:r>
            <a:endParaRPr dirty="0"/>
          </a:p>
          <a:p>
            <a:r>
              <a:rPr lang="en-IN" dirty="0"/>
              <a:t>To familiarise with computer vision concepts</a:t>
            </a:r>
          </a:p>
          <a:p>
            <a:r>
              <a:rPr lang="en-IN" dirty="0"/>
              <a:t>Comprehensive understanding of feature extraction and image matching techniques.</a:t>
            </a:r>
            <a:br>
              <a:rPr lang="en-IN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4669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Pinhole Camera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pinhole camera is a simple optical device that uses a tiny aperture to project an inverted image of an external scene onto a surface inside a light-tight box.</a:t>
            </a:r>
            <a:endParaRPr dirty="0"/>
          </a:p>
          <a:p>
            <a:r>
              <a:rPr lang="en-IN" dirty="0"/>
              <a:t>It works on the principle of rectilinear motion of light. </a:t>
            </a:r>
          </a:p>
          <a:p>
            <a:r>
              <a:rPr lang="en-IN" dirty="0"/>
              <a:t> Image will be real, inverted and diminished</a:t>
            </a:r>
          </a:p>
          <a:p>
            <a:r>
              <a:rPr lang="en-IN" dirty="0"/>
              <a:t>Role of Pinhole size on image?</a:t>
            </a:r>
          </a:p>
          <a:p>
            <a:pPr lvl="1"/>
            <a:r>
              <a:rPr lang="en-IN" dirty="0"/>
              <a:t>Small pinhole </a:t>
            </a:r>
          </a:p>
          <a:p>
            <a:pPr lvl="1"/>
            <a:r>
              <a:rPr lang="en-IN" dirty="0"/>
              <a:t>Large pinhole</a:t>
            </a:r>
          </a:p>
          <a:p>
            <a:endParaRPr lang="en-IN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AE4E5B-2BD2-BAFC-722C-C950C9279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6" y="2515580"/>
            <a:ext cx="3580420" cy="35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0519-B972-8D7F-8C58-9C23D0ED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Pinhole Camera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F247C-BC93-52DB-77E7-71348FF77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lens required</a:t>
            </a:r>
          </a:p>
          <a:p>
            <a:r>
              <a:rPr lang="en-US" dirty="0"/>
              <a:t>Infinite depth of field</a:t>
            </a:r>
          </a:p>
          <a:p>
            <a:r>
              <a:rPr lang="en-US" dirty="0"/>
              <a:t>No focusing mechanism</a:t>
            </a:r>
          </a:p>
          <a:p>
            <a:r>
              <a:rPr lang="en-US" dirty="0"/>
              <a:t>Very low light efficiency</a:t>
            </a:r>
          </a:p>
          <a:p>
            <a:r>
              <a:rPr lang="en-US" dirty="0"/>
              <a:t>Simple construction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9394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85866-866C-8F75-495A-ED852007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8EBB6-5B46-2D10-2765-BD4D2CCFE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Pinhole Camera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055FB-CDB2-2266-F128-38786D87C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lens aberrations</a:t>
            </a:r>
          </a:p>
          <a:p>
            <a:r>
              <a:rPr lang="en-US" dirty="0"/>
              <a:t>Very large depth of field</a:t>
            </a:r>
          </a:p>
          <a:p>
            <a:r>
              <a:rPr lang="en-US" dirty="0"/>
              <a:t>Easy to understand and build</a:t>
            </a:r>
          </a:p>
          <a:p>
            <a:r>
              <a:rPr lang="en-US" dirty="0"/>
              <a:t>Used as a basic imaging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50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0098-AF40-A755-5E52-C5D22FAD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1CC4-E3FE-6696-D7D4-DCDC65C9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of Pinhole Camera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F0DF6-B2EF-AC64-1460-8D5007FFE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412776"/>
            <a:ext cx="9144000" cy="4267200"/>
          </a:xfrm>
        </p:spPr>
        <p:txBody>
          <a:bodyPr/>
          <a:lstStyle/>
          <a:p>
            <a:r>
              <a:rPr lang="en-US" dirty="0"/>
              <a:t>Low brightness</a:t>
            </a:r>
          </a:p>
          <a:p>
            <a:r>
              <a:rPr lang="en-US" dirty="0"/>
              <a:t>Poor resolution compared to a lens-based camera</a:t>
            </a:r>
          </a:p>
          <a:p>
            <a:r>
              <a:rPr lang="en-US" dirty="0"/>
              <a:t>Not suitable for low light conditions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294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C73F-CDA9-DD6C-267F-97D5023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Fundamentals of Gaussian Optics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C38E5-E1BA-BDBA-3A7D-013F812C1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Gaussian optics is based on the principles of ray optics.</a:t>
            </a:r>
          </a:p>
          <a:p>
            <a:r>
              <a:rPr lang="en-US" dirty="0"/>
              <a:t>A point source of light emits light rays in all directions.</a:t>
            </a:r>
          </a:p>
          <a:p>
            <a:r>
              <a:rPr lang="en-US" dirty="0"/>
              <a:t>Light rays propagate in straight lines in a homogeneous medium.</a:t>
            </a:r>
          </a:p>
          <a:p>
            <a:r>
              <a:rPr lang="en-US" dirty="0"/>
              <a:t>Light rays from a distant source are considered parallel.</a:t>
            </a:r>
          </a:p>
          <a:p>
            <a:r>
              <a:rPr lang="en-US" dirty="0"/>
              <a:t>Spherical lenses and spherical mirrors obey Gaussian optics when only paraxial rays are considered.</a:t>
            </a:r>
          </a:p>
          <a:p>
            <a:r>
              <a:rPr lang="en-US" dirty="0"/>
              <a:t>For rays close to the principal axis, the small-angle approximation is valid, leading to simple image-formation equations.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398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ACBC2-E8B7-F64F-97E1-EDCBE64A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03E6-B395-60BD-8553-7869DA75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Paraxial 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74F7A-C7FB-FC2F-19AE-479543AA5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paraxial approximation assumes that light rays make small angles with the principal (optical) axis.</a:t>
            </a:r>
          </a:p>
          <a:p>
            <a:r>
              <a:rPr lang="en-US" dirty="0"/>
              <a:t>Under this condition:</a:t>
            </a:r>
          </a:p>
          <a:p>
            <a:pPr lvl="1"/>
            <a:r>
              <a:rPr lang="en-US" dirty="0"/>
              <a:t>sin⁡𝜃≈tan⁡𝜃≈𝜃(𝜃 in radians)</a:t>
            </a:r>
          </a:p>
          <a:p>
            <a:r>
              <a:rPr lang="en-US" dirty="0"/>
              <a:t>This approximation simplifies the geometry of light propagation and leads to linear image-formation equations.</a:t>
            </a:r>
          </a:p>
          <a:p>
            <a:r>
              <a:rPr lang="en-US" dirty="0"/>
              <a:t> The paraxial approximation is the foundation of Gaussian optics and is valid only for rays close to the optical axis.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715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470A-F35B-E369-AE37-3E931EF4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Formation in Spherical Mirrors/Lenses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6F1145-C370-6EFA-C993-F57E3245D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92" y="1600200"/>
            <a:ext cx="6318448" cy="4738836"/>
          </a:xfrm>
        </p:spPr>
      </p:pic>
    </p:spTree>
    <p:extLst>
      <p:ext uri="{BB962C8B-B14F-4D97-AF65-F5344CB8AC3E}">
        <p14:creationId xmlns:p14="http://schemas.microsoft.com/office/powerpoint/2010/main" val="3476075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6669E-BD96-D32E-B9BA-7F8E7841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Gaussian Optics for Spherical Mirrors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A62D9-96EA-6D70-E1BD-2206E6FA3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Concave and Convex mirrors are the simplest examples of spherical mirrors.</a:t>
            </a:r>
          </a:p>
          <a:p>
            <a:r>
              <a:rPr lang="en-IN" dirty="0"/>
              <a:t> Spherical mirrors can be considered as </a:t>
            </a:r>
            <a:r>
              <a:rPr lang="en-US" dirty="0"/>
              <a:t>many tiny plane mirrors placed side by side.</a:t>
            </a:r>
          </a:p>
          <a:p>
            <a:r>
              <a:rPr lang="en-US" dirty="0"/>
              <a:t>A normal is drawn along the radius of curvature</a:t>
            </a:r>
          </a:p>
          <a:p>
            <a:r>
              <a:rPr lang="en-US" dirty="0"/>
              <a:t>Reflection happens with respect to this normal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901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5E69-DBB8-9A84-901B-F8902586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Concave Mirror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7A0A3-2CAD-9B82-BB0A-D3112143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Incident ray strikes the mirror at point P.</a:t>
            </a:r>
          </a:p>
          <a:p>
            <a:r>
              <a:rPr lang="en-US" dirty="0"/>
              <a:t>Normal is drawn through the </a:t>
            </a:r>
            <a:r>
              <a:rPr lang="en-US" dirty="0" err="1"/>
              <a:t>centre</a:t>
            </a:r>
            <a:r>
              <a:rPr lang="en-US" dirty="0"/>
              <a:t> of curvature (C).</a:t>
            </a:r>
          </a:p>
          <a:p>
            <a:r>
              <a:rPr lang="en-US" dirty="0"/>
              <a:t>Reflected ray makes an equal angle with the normal.</a:t>
            </a:r>
          </a:p>
          <a:p>
            <a:r>
              <a:rPr lang="en-US" dirty="0"/>
              <a:t>Multiple reflected rays converge to the focus.</a:t>
            </a:r>
          </a:p>
          <a:p>
            <a:r>
              <a:rPr lang="en-US" dirty="0"/>
              <a:t>Golden rule for mirrors: Angle of incidence(</a:t>
            </a:r>
            <a:r>
              <a:rPr lang="en-US" dirty="0" err="1"/>
              <a:t>i</a:t>
            </a:r>
            <a:r>
              <a:rPr lang="en-US" dirty="0"/>
              <a:t>) = Angle of </a:t>
            </a:r>
          </a:p>
          <a:p>
            <a:pPr marL="0" indent="0">
              <a:buNone/>
            </a:pPr>
            <a:r>
              <a:rPr lang="en-US" dirty="0"/>
              <a:t>    Reflection (r)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939A5D-87AE-E08F-A0EB-2A792D733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208" y="620688"/>
            <a:ext cx="3888432" cy="2674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EEDC4D-FE28-2CFA-F1F5-328088FA2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91" t="3801" r="18492" b="12201"/>
          <a:stretch>
            <a:fillRect/>
          </a:stretch>
        </p:blipFill>
        <p:spPr>
          <a:xfrm>
            <a:off x="7962546" y="3295085"/>
            <a:ext cx="3888432" cy="341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52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81D6-A397-FF96-77EE-DF392A3CD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Convex Mirror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21B45-62C6-AF35-6F8F-4D1A75537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Incident ray hits curved surface</a:t>
            </a:r>
          </a:p>
          <a:p>
            <a:r>
              <a:rPr lang="en-IN" dirty="0"/>
              <a:t>Normal again passes through centre of curvature</a:t>
            </a:r>
          </a:p>
          <a:p>
            <a:r>
              <a:rPr lang="en-IN" dirty="0"/>
              <a:t>Reflection obeys 𝑖=𝑟</a:t>
            </a:r>
          </a:p>
          <a:p>
            <a:r>
              <a:rPr lang="en-IN" dirty="0"/>
              <a:t>Reflected rays diverge</a:t>
            </a:r>
          </a:p>
          <a:p>
            <a:r>
              <a:rPr lang="en-IN" dirty="0"/>
              <a:t>Extensions meet at a virtual focus behind mirror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E6E30-ACFB-29A7-1C9E-5F230EC40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99" b="2751"/>
          <a:stretch>
            <a:fillRect/>
          </a:stretch>
        </p:blipFill>
        <p:spPr>
          <a:xfrm>
            <a:off x="7824192" y="1600200"/>
            <a:ext cx="3908771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C8AF-72C7-78E6-5DDE-EDAB30E54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Mirror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16D05F-B51C-A5F8-851E-1C960A2D25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IN" dirty="0"/>
                  <a:t> 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dirty="0"/>
                  <a:t> =focal length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dirty="0"/>
                  <a:t>= image distance from pole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dirty="0"/>
                  <a:t>= object distance from pole </a:t>
                </a:r>
              </a:p>
              <a:p>
                <a:r>
                  <a:rPr lang="en-IN" dirty="0"/>
                  <a:t>Magnification,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h𝑖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h𝑜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 err="1"/>
                  <a:t>Spcial</a:t>
                </a:r>
                <a:r>
                  <a:rPr lang="en-IN" dirty="0"/>
                  <a:t> Relation :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/>
                  <a:t> , where R =Radius of curvature of the mirror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16D05F-B51C-A5F8-851E-1C960A2D25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488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936A-0E49-A77C-2A51-375E04F88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Spherical Lenses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D2F27-11CE-5CFC-B33B-5885F64A7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Lenses Obey Snell’s law of refraction</a:t>
            </a:r>
          </a:p>
          <a:p>
            <a:r>
              <a:rPr lang="en-IN" dirty="0"/>
              <a:t>n</a:t>
            </a:r>
            <a:r>
              <a:rPr lang="en-IN" baseline="-25000" dirty="0"/>
              <a:t>1</a:t>
            </a:r>
            <a:r>
              <a:rPr lang="en-IN" dirty="0"/>
              <a:t>sin </a:t>
            </a:r>
            <a:r>
              <a:rPr lang="en-IN" dirty="0" err="1"/>
              <a:t>i</a:t>
            </a:r>
            <a:r>
              <a:rPr lang="en-IN" dirty="0"/>
              <a:t>=n</a:t>
            </a:r>
            <a:r>
              <a:rPr lang="en-IN" baseline="-25000" dirty="0"/>
              <a:t>2</a:t>
            </a:r>
            <a:r>
              <a:rPr lang="en-IN" dirty="0"/>
              <a:t>sinr</a:t>
            </a:r>
          </a:p>
          <a:p>
            <a:r>
              <a:rPr lang="en-US" dirty="0"/>
              <a:t>This applies at </a:t>
            </a:r>
            <a:r>
              <a:rPr lang="en-US" b="1" dirty="0"/>
              <a:t>each refracting surface</a:t>
            </a:r>
            <a:r>
              <a:rPr lang="en-US" dirty="0"/>
              <a:t> of the lens.</a:t>
            </a:r>
          </a:p>
          <a:p>
            <a:r>
              <a:rPr lang="en-US" dirty="0"/>
              <a:t>Why lenses bend light</a:t>
            </a:r>
          </a:p>
          <a:p>
            <a:pPr lvl="1"/>
            <a:r>
              <a:rPr lang="en-US" dirty="0"/>
              <a:t>Light enters glass → slows down → bends towards normal</a:t>
            </a:r>
          </a:p>
          <a:p>
            <a:pPr lvl="1"/>
            <a:r>
              <a:rPr lang="en-US" dirty="0"/>
              <a:t>Light exits glass → speeds up → bends away from normal</a:t>
            </a:r>
          </a:p>
          <a:p>
            <a:pPr lvl="1"/>
            <a:r>
              <a:rPr lang="en-US" dirty="0"/>
              <a:t>Net result: convergence or divergence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746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8CB1F-A559-A303-4744-775851E2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Convex lens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8D86A-87BE-3295-49A6-6F01471E0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Ray enters lens from air to glass → refracts towards normal</a:t>
            </a:r>
          </a:p>
          <a:p>
            <a:r>
              <a:rPr lang="en-US" dirty="0"/>
              <a:t>Ray exits glass to air → refracts away from normal</a:t>
            </a:r>
          </a:p>
          <a:p>
            <a:r>
              <a:rPr lang="en-US" dirty="0"/>
              <a:t>Due to curved surfaces, rays converge</a:t>
            </a:r>
          </a:p>
          <a:p>
            <a:r>
              <a:rPr lang="en-US" dirty="0"/>
              <a:t>Rays meet at the real focus on the opposite side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57B221-1DC5-044B-3A58-35E842DA1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6" r="10779" b="54614"/>
          <a:stretch>
            <a:fillRect/>
          </a:stretch>
        </p:blipFill>
        <p:spPr>
          <a:xfrm>
            <a:off x="7248128" y="2780928"/>
            <a:ext cx="4752528" cy="28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375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ED4F-3E39-26B9-1F38-43039E149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Concave Lens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7779D-E370-25AB-0F5B-2C280D780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Refraction at first surface causes divergence</a:t>
            </a:r>
          </a:p>
          <a:p>
            <a:r>
              <a:rPr lang="en-US" dirty="0"/>
              <a:t>Second refraction increases divergence</a:t>
            </a:r>
          </a:p>
          <a:p>
            <a:r>
              <a:rPr lang="en-US" dirty="0"/>
              <a:t>Rays appear to come from a virtual focus</a:t>
            </a:r>
          </a:p>
          <a:p>
            <a:r>
              <a:rPr lang="en-US" dirty="0"/>
              <a:t>Image is always virtual and diminished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D7D97-C763-C1C7-0F38-192171BC4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8" t="44232" r="13086"/>
          <a:stretch>
            <a:fillRect/>
          </a:stretch>
        </p:blipFill>
        <p:spPr>
          <a:xfrm>
            <a:off x="6888088" y="1484784"/>
            <a:ext cx="4968552" cy="348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58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915A-8FFF-1E7B-DF74-D845A265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DD5C-E89C-9928-7828-330493D6D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Lens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D32EAF-8AFD-86D2-3DB3-FF3F7AE64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IN" dirty="0"/>
                  <a:t> -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dirty="0"/>
                  <a:t> =focal length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dirty="0"/>
                  <a:t>= image distance from pole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dirty="0"/>
                  <a:t>= object distance from pole </a:t>
                </a:r>
              </a:p>
              <a:p>
                <a:r>
                  <a:rPr lang="en-IN" dirty="0"/>
                  <a:t>Magnification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h𝑖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h𝑜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D32EAF-8AFD-86D2-3DB3-FF3F7AE64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3F0BE-C8FB-20E5-8EE9-139CD235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Lens vs Mirror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2C0619-FD52-E358-B779-3AC6682B32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2567638"/>
              </p:ext>
            </p:extLst>
          </p:nvPr>
        </p:nvGraphicFramePr>
        <p:xfrm>
          <a:off x="1546067" y="1844824"/>
          <a:ext cx="9144000" cy="243609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4798631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3389154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22462524"/>
                    </a:ext>
                  </a:extLst>
                </a:gridCol>
              </a:tblGrid>
              <a:tr h="4060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Mirrors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Lenses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924371"/>
                  </a:ext>
                </a:extLst>
              </a:tr>
              <a:tr h="406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Physical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Refraction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73065"/>
                  </a:ext>
                </a:extLst>
              </a:tr>
              <a:tr h="406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Governing law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 i = r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Snell’s law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729046"/>
                  </a:ext>
                </a:extLst>
              </a:tr>
              <a:tr h="406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 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661988"/>
                  </a:ext>
                </a:extLst>
              </a:tr>
              <a:tr h="406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 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Two refractions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190580"/>
                  </a:ext>
                </a:extLst>
              </a:tr>
              <a:tr h="406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Gaussian optics 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Geometry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Approximation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3534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68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C38C-B935-CC0F-245B-0788725A1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Depth of Field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01693-791A-3B64-E8E0-30247C118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Depth of field is the distance between the closest and farthest objects in a photo that appears acceptably sharp. </a:t>
            </a:r>
          </a:p>
          <a:p>
            <a:r>
              <a:rPr lang="en-US" dirty="0"/>
              <a:t>Now your camera can only focus sharply at one point. But the transition from sharp to unsharp is gradual, and the term ‘acceptably sharp’ is a loose one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35780-FFB7-357D-C7F6-9893F0ACD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284984"/>
            <a:ext cx="5184576" cy="337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CE9AAE-9582-C11A-8D4A-677DF8791256}"/>
              </a:ext>
            </a:extLst>
          </p:cNvPr>
          <p:cNvSpPr txBox="1"/>
          <p:nvPr/>
        </p:nvSpPr>
        <p:spPr>
          <a:xfrm>
            <a:off x="6960096" y="5977680"/>
            <a:ext cx="504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Credits : Elizabeth</a:t>
            </a:r>
          </a:p>
          <a:p>
            <a:r>
              <a:rPr lang="en-IN" dirty="0"/>
              <a:t>https://photographylife.com/what-is-depth-of-field</a:t>
            </a:r>
          </a:p>
        </p:txBody>
      </p:sp>
    </p:spTree>
    <p:extLst>
      <p:ext uri="{BB962C8B-B14F-4D97-AF65-F5344CB8AC3E}">
        <p14:creationId xmlns:p14="http://schemas.microsoft.com/office/powerpoint/2010/main" val="838514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05D6E-FDB3-4C52-65D8-D1FD95D0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Factors Affecting </a:t>
            </a:r>
            <a:r>
              <a:rPr lang="en-IN" dirty="0" err="1"/>
              <a:t>DoF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47F61-D9A1-06BA-2897-992480998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Aperture</a:t>
            </a:r>
          </a:p>
          <a:p>
            <a:r>
              <a:rPr lang="en-IN" b="1" dirty="0"/>
              <a:t>Camera Subject Distance</a:t>
            </a:r>
          </a:p>
          <a:p>
            <a:r>
              <a:rPr lang="en-IN" b="1" dirty="0"/>
              <a:t>Sensor Size</a:t>
            </a:r>
            <a:br>
              <a:rPr lang="en-US" dirty="0"/>
            </a:br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6E87A6-A21C-339D-E431-3311928BF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224" y="3284984"/>
            <a:ext cx="697377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32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B176-CC97-CA7D-02E0-16695859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Aperture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04663-0B0E-EF63-DB36-2558778FA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Aperture</a:t>
            </a:r>
            <a:r>
              <a:rPr lang="en-US" dirty="0"/>
              <a:t> is the opening in the lens that lets light pass through to the sensor.</a:t>
            </a:r>
          </a:p>
          <a:p>
            <a:r>
              <a:rPr lang="en-US" dirty="0"/>
              <a:t>Think of it as a pupil for your lens. It dilates to let more light in, and contracts to restrict light when it is bright. 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6F5A8-0AE5-47A7-55C1-10A198527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4" y="2991929"/>
            <a:ext cx="7680176" cy="310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9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2074D3-2129-3E96-0B2D-F443D3BA9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595" y="1617893"/>
            <a:ext cx="4856584" cy="32377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33A4B4-E02A-2AE0-0D6D-86E97CEC2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285" y="1622953"/>
            <a:ext cx="4856584" cy="3232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CF2B5D-EDD6-7E60-9DA7-39D256E54F55}"/>
              </a:ext>
            </a:extLst>
          </p:cNvPr>
          <p:cNvSpPr txBox="1"/>
          <p:nvPr/>
        </p:nvSpPr>
        <p:spPr>
          <a:xfrm>
            <a:off x="1487560" y="5085184"/>
            <a:ext cx="48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Captured with a NIKON D800 and 24-70mm f/2.8 lens @ 24mm, ISO 200, 8/10s, f/22.0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C3D22-2D9E-8772-D549-10D20618FB07}"/>
              </a:ext>
            </a:extLst>
          </p:cNvPr>
          <p:cNvSpPr txBox="1"/>
          <p:nvPr/>
        </p:nvSpPr>
        <p:spPr>
          <a:xfrm>
            <a:off x="6600056" y="5085184"/>
            <a:ext cx="48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Captured with a NIKON D500 and 17-55mm f/2.8 lens @ 22mm, ISO 200, 1/1600s, f/2.8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4128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04CF-15C4-8330-6BA3-B4FFA15F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Camera- Subject Distance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545EA1-E64A-0739-FC05-006BD7D35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921" y="2276872"/>
            <a:ext cx="4742158" cy="4307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A87CA1-23AE-49E7-3500-81008DB9341B}"/>
              </a:ext>
            </a:extLst>
          </p:cNvPr>
          <p:cNvSpPr txBox="1"/>
          <p:nvPr/>
        </p:nvSpPr>
        <p:spPr>
          <a:xfrm>
            <a:off x="1631504" y="18061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BFBFBF"/>
                </a:solidFill>
                <a:effectLst/>
                <a:latin typeface="-apple-system"/>
              </a:rPr>
              <a:t>The shorter that distance, the smaller the depth of field.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793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0A8E8-A9A6-3874-A43B-0D8B9F0E2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Telecentric Lens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99691-4739-5679-D451-0C66FE06F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Telecentric lenses are designed to have a constant magnification regardless of the object's distance or location in the field of view.</a:t>
            </a:r>
          </a:p>
          <a:p>
            <a:r>
              <a:rPr lang="en-US" dirty="0"/>
              <a:t>This attribute is ideal for many machine vision measurement applications, as measurements of an object's dimensions will be independent of where it is located</a:t>
            </a:r>
            <a:r>
              <a:rPr lang="en-IN" dirty="0"/>
              <a:t>.</a:t>
            </a:r>
          </a:p>
          <a:p>
            <a:r>
              <a:rPr lang="en-US" dirty="0"/>
              <a:t>In order to achieve a telecentric lens design, all of the chief rays (rays from an off-axis point that pass through the </a:t>
            </a:r>
            <a:r>
              <a:rPr lang="en-US" dirty="0" err="1"/>
              <a:t>centre</a:t>
            </a:r>
            <a:r>
              <a:rPr lang="en-US" dirty="0"/>
              <a:t> of the aperture stop) have to be parallel to the optical axis in either image space or object space, or both.</a:t>
            </a:r>
          </a:p>
        </p:txBody>
      </p:sp>
    </p:spTree>
    <p:extLst>
      <p:ext uri="{BB962C8B-B14F-4D97-AF65-F5344CB8AC3E}">
        <p14:creationId xmlns:p14="http://schemas.microsoft.com/office/powerpoint/2010/main" val="2629671684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695</TotalTime>
  <Words>989</Words>
  <Application>Microsoft Office PowerPoint</Application>
  <PresentationFormat>Widescreen</PresentationFormat>
  <Paragraphs>131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-apple-system</vt:lpstr>
      <vt:lpstr>Arial</vt:lpstr>
      <vt:lpstr>Cambria Math</vt:lpstr>
      <vt:lpstr>Candara</vt:lpstr>
      <vt:lpstr>Consolas</vt:lpstr>
      <vt:lpstr>Tech Computer 16x9</vt:lpstr>
      <vt:lpstr>Computer Vision – Module 1</vt:lpstr>
      <vt:lpstr>Course Objectives</vt:lpstr>
      <vt:lpstr>Pinhole Camera</vt:lpstr>
      <vt:lpstr>Characteristics of Pinhole Camera </vt:lpstr>
      <vt:lpstr>Advantages of Pinhole Camera </vt:lpstr>
      <vt:lpstr>Limitations of Pinhole Camera </vt:lpstr>
      <vt:lpstr>Fundamentals of Gaussian Optics</vt:lpstr>
      <vt:lpstr>Paraxial Approximation</vt:lpstr>
      <vt:lpstr>Image Formation in Spherical Mirrors/Lenses</vt:lpstr>
      <vt:lpstr>Gaussian Optics for Spherical Mirrors </vt:lpstr>
      <vt:lpstr>Concave Mirror</vt:lpstr>
      <vt:lpstr>Convex Mirror</vt:lpstr>
      <vt:lpstr>Mirror Equations</vt:lpstr>
      <vt:lpstr>Spherical Lenses</vt:lpstr>
      <vt:lpstr>Convex lens</vt:lpstr>
      <vt:lpstr>Concave Lens</vt:lpstr>
      <vt:lpstr>Lens Equations</vt:lpstr>
      <vt:lpstr>Lens vs Mirror</vt:lpstr>
      <vt:lpstr>Depth of Field </vt:lpstr>
      <vt:lpstr>Factors Affecting DoF</vt:lpstr>
      <vt:lpstr>Aperture</vt:lpstr>
      <vt:lpstr>PowerPoint Presentation</vt:lpstr>
      <vt:lpstr>Camera- Subject Distance</vt:lpstr>
      <vt:lpstr>Telecentric Lens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Sreejith Rajan</dc:creator>
  <cp:lastModifiedBy>Sreejith Rajan</cp:lastModifiedBy>
  <cp:revision>1</cp:revision>
  <dcterms:created xsi:type="dcterms:W3CDTF">2026-01-28T09:27:21Z</dcterms:created>
  <dcterms:modified xsi:type="dcterms:W3CDTF">2026-02-03T09:05:37Z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