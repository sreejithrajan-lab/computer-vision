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0"/>
  </p:notesMasterIdLst>
  <p:handoutMasterIdLst>
    <p:handoutMasterId r:id="rId21"/>
  </p:handoutMasterIdLst>
  <p:sldIdLst>
    <p:sldId id="256" r:id="rId2"/>
    <p:sldId id="276" r:id="rId3"/>
    <p:sldId id="265" r:id="rId4"/>
    <p:sldId id="277" r:id="rId5"/>
    <p:sldId id="278" r:id="rId6"/>
    <p:sldId id="280" r:id="rId7"/>
    <p:sldId id="281" r:id="rId8"/>
    <p:sldId id="282" r:id="rId9"/>
    <p:sldId id="283" r:id="rId10"/>
    <p:sldId id="284" r:id="rId11"/>
    <p:sldId id="285" r:id="rId12"/>
    <p:sldId id="286" r:id="rId13"/>
    <p:sldId id="291" r:id="rId14"/>
    <p:sldId id="287" r:id="rId15"/>
    <p:sldId id="288" r:id="rId16"/>
    <p:sldId id="289" r:id="rId17"/>
    <p:sldId id="292" r:id="rId18"/>
    <p:sldId id="290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 userDrawn="1">
          <p15:clr>
            <a:srgbClr val="A4A3A4"/>
          </p15:clr>
        </p15:guide>
        <p15:guide id="2" orient="horz" pos="21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9612B0D-43A0-494E-A4D4-1828271DDC57}" v="151" dt="2026-01-29T09:48:22.88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>
      <p:cViewPr varScale="1">
        <p:scale>
          <a:sx n="95" d="100"/>
          <a:sy n="95" d="100"/>
        </p:scale>
        <p:origin x="163" y="72"/>
      </p:cViewPr>
      <p:guideLst>
        <p:guide pos="3840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howGuides="1">
      <p:cViewPr varScale="1">
        <p:scale>
          <a:sx n="63" d="100"/>
          <a:sy n="63" d="100"/>
        </p:scale>
        <p:origin x="2838" y="1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6/11/relationships/changesInfo" Target="changesInfos/changesInfo1.xml"/><Relationship Id="rId3" Type="http://schemas.openxmlformats.org/officeDocument/2006/relationships/slide" Target="slides/slide2.xml"/><Relationship Id="rId21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Relationship Id="rId27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reejith Rajan" userId="ec11bca0e4bee75f" providerId="LiveId" clId="{7B4F392D-EAB3-4CE7-903E-F84869825F47}"/>
    <pc:docChg chg="undo custSel addSld modSld sldOrd">
      <pc:chgData name="Sreejith Rajan" userId="ec11bca0e4bee75f" providerId="LiveId" clId="{7B4F392D-EAB3-4CE7-903E-F84869825F47}" dt="2026-01-29T09:48:22.889" v="1356" actId="20577"/>
      <pc:docMkLst>
        <pc:docMk/>
      </pc:docMkLst>
      <pc:sldChg chg="modSp mod">
        <pc:chgData name="Sreejith Rajan" userId="ec11bca0e4bee75f" providerId="LiveId" clId="{7B4F392D-EAB3-4CE7-903E-F84869825F47}" dt="2026-01-28T11:14:32.433" v="381" actId="113"/>
        <pc:sldMkLst>
          <pc:docMk/>
          <pc:sldMk cId="2949394097" sldId="277"/>
        </pc:sldMkLst>
        <pc:spChg chg="mod">
          <ac:chgData name="Sreejith Rajan" userId="ec11bca0e4bee75f" providerId="LiveId" clId="{7B4F392D-EAB3-4CE7-903E-F84869825F47}" dt="2026-01-28T11:14:32.433" v="381" actId="113"/>
          <ac:spMkLst>
            <pc:docMk/>
            <pc:sldMk cId="2949394097" sldId="277"/>
            <ac:spMk id="3" creationId="{969F247C-BC93-52DB-77E7-71348FF77D03}"/>
          </ac:spMkLst>
        </pc:spChg>
      </pc:sldChg>
      <pc:sldChg chg="addSp delSp modSp new mod">
        <pc:chgData name="Sreejith Rajan" userId="ec11bca0e4bee75f" providerId="LiveId" clId="{7B4F392D-EAB3-4CE7-903E-F84869825F47}" dt="2026-01-28T11:07:09.576" v="299" actId="20577"/>
        <pc:sldMkLst>
          <pc:docMk/>
          <pc:sldMk cId="577398395" sldId="281"/>
        </pc:sldMkLst>
        <pc:spChg chg="mod">
          <ac:chgData name="Sreejith Rajan" userId="ec11bca0e4bee75f" providerId="LiveId" clId="{7B4F392D-EAB3-4CE7-903E-F84869825F47}" dt="2026-01-28T11:00:10.388" v="32" actId="20577"/>
          <ac:spMkLst>
            <pc:docMk/>
            <pc:sldMk cId="577398395" sldId="281"/>
            <ac:spMk id="2" creationId="{16B3C73F-CDA9-DD6C-267F-97D502340C6E}"/>
          </ac:spMkLst>
        </pc:spChg>
        <pc:spChg chg="add del mod">
          <ac:chgData name="Sreejith Rajan" userId="ec11bca0e4bee75f" providerId="LiveId" clId="{7B4F392D-EAB3-4CE7-903E-F84869825F47}" dt="2026-01-28T11:07:09.576" v="299" actId="20577"/>
          <ac:spMkLst>
            <pc:docMk/>
            <pc:sldMk cId="577398395" sldId="281"/>
            <ac:spMk id="3" creationId="{91DC38E5-E1BA-BDBA-3A7D-013F812C149C}"/>
          </ac:spMkLst>
        </pc:spChg>
        <pc:spChg chg="add">
          <ac:chgData name="Sreejith Rajan" userId="ec11bca0e4bee75f" providerId="LiveId" clId="{7B4F392D-EAB3-4CE7-903E-F84869825F47}" dt="2026-01-28T11:04:54.942" v="284"/>
          <ac:spMkLst>
            <pc:docMk/>
            <pc:sldMk cId="577398395" sldId="281"/>
            <ac:spMk id="4" creationId="{925A3DCE-0182-9207-1986-B38CCB69B385}"/>
          </ac:spMkLst>
        </pc:spChg>
        <pc:spChg chg="add mod">
          <ac:chgData name="Sreejith Rajan" userId="ec11bca0e4bee75f" providerId="LiveId" clId="{7B4F392D-EAB3-4CE7-903E-F84869825F47}" dt="2026-01-28T11:05:01.448" v="287"/>
          <ac:spMkLst>
            <pc:docMk/>
            <pc:sldMk cId="577398395" sldId="281"/>
            <ac:spMk id="5" creationId="{5596E00B-A834-387E-10E9-DC929C741180}"/>
          </ac:spMkLst>
        </pc:spChg>
      </pc:sldChg>
      <pc:sldChg chg="modSp add mod">
        <pc:chgData name="Sreejith Rajan" userId="ec11bca0e4bee75f" providerId="LiveId" clId="{7B4F392D-EAB3-4CE7-903E-F84869825F47}" dt="2026-01-28T11:12:20.889" v="380" actId="20577"/>
        <pc:sldMkLst>
          <pc:docMk/>
          <pc:sldMk cId="496715533" sldId="282"/>
        </pc:sldMkLst>
        <pc:spChg chg="mod">
          <ac:chgData name="Sreejith Rajan" userId="ec11bca0e4bee75f" providerId="LiveId" clId="{7B4F392D-EAB3-4CE7-903E-F84869825F47}" dt="2026-01-28T11:10:43.259" v="338" actId="20577"/>
          <ac:spMkLst>
            <pc:docMk/>
            <pc:sldMk cId="496715533" sldId="282"/>
            <ac:spMk id="2" creationId="{79F203E6-B395-60BD-8553-7869DA7569D3}"/>
          </ac:spMkLst>
        </pc:spChg>
        <pc:spChg chg="mod">
          <ac:chgData name="Sreejith Rajan" userId="ec11bca0e4bee75f" providerId="LiveId" clId="{7B4F392D-EAB3-4CE7-903E-F84869825F47}" dt="2026-01-28T11:12:20.889" v="380" actId="20577"/>
          <ac:spMkLst>
            <pc:docMk/>
            <pc:sldMk cId="496715533" sldId="282"/>
            <ac:spMk id="3" creationId="{31E74F7A-C7FB-FC2F-19AE-479543AA5FF5}"/>
          </ac:spMkLst>
        </pc:spChg>
      </pc:sldChg>
      <pc:sldChg chg="addSp delSp modSp new mod">
        <pc:chgData name="Sreejith Rajan" userId="ec11bca0e4bee75f" providerId="LiveId" clId="{7B4F392D-EAB3-4CE7-903E-F84869825F47}" dt="2026-01-28T12:29:00.098" v="454" actId="1076"/>
        <pc:sldMkLst>
          <pc:docMk/>
          <pc:sldMk cId="3476075454" sldId="283"/>
        </pc:sldMkLst>
        <pc:spChg chg="mod">
          <ac:chgData name="Sreejith Rajan" userId="ec11bca0e4bee75f" providerId="LiveId" clId="{7B4F392D-EAB3-4CE7-903E-F84869825F47}" dt="2026-01-28T12:28:41.328" v="449" actId="20577"/>
          <ac:spMkLst>
            <pc:docMk/>
            <pc:sldMk cId="3476075454" sldId="283"/>
            <ac:spMk id="2" creationId="{A07D470A-F35B-E369-AE37-3E931EF4B4DC}"/>
          </ac:spMkLst>
        </pc:spChg>
        <pc:spChg chg="del mod">
          <ac:chgData name="Sreejith Rajan" userId="ec11bca0e4bee75f" providerId="LiveId" clId="{7B4F392D-EAB3-4CE7-903E-F84869825F47}" dt="2026-01-28T12:28:51.821" v="451" actId="931"/>
          <ac:spMkLst>
            <pc:docMk/>
            <pc:sldMk cId="3476075454" sldId="283"/>
            <ac:spMk id="3" creationId="{A3BC4B0E-B9C6-7627-9C5A-5D6AB5EAD52E}"/>
          </ac:spMkLst>
        </pc:spChg>
        <pc:picChg chg="add mod">
          <ac:chgData name="Sreejith Rajan" userId="ec11bca0e4bee75f" providerId="LiveId" clId="{7B4F392D-EAB3-4CE7-903E-F84869825F47}" dt="2026-01-28T12:29:00.098" v="454" actId="1076"/>
          <ac:picMkLst>
            <pc:docMk/>
            <pc:sldMk cId="3476075454" sldId="283"/>
            <ac:picMk id="5" creationId="{F66F1145-C370-6EFA-C993-F57E3245DDB2}"/>
          </ac:picMkLst>
        </pc:picChg>
      </pc:sldChg>
      <pc:sldChg chg="modSp new mod">
        <pc:chgData name="Sreejith Rajan" userId="ec11bca0e4bee75f" providerId="LiveId" clId="{7B4F392D-EAB3-4CE7-903E-F84869825F47}" dt="2026-01-29T08:26:13.028" v="673" actId="20577"/>
        <pc:sldMkLst>
          <pc:docMk/>
          <pc:sldMk cId="1078901978" sldId="284"/>
        </pc:sldMkLst>
        <pc:spChg chg="mod">
          <ac:chgData name="Sreejith Rajan" userId="ec11bca0e4bee75f" providerId="LiveId" clId="{7B4F392D-EAB3-4CE7-903E-F84869825F47}" dt="2026-01-29T08:22:49.645" v="507" actId="20577"/>
          <ac:spMkLst>
            <pc:docMk/>
            <pc:sldMk cId="1078901978" sldId="284"/>
            <ac:spMk id="2" creationId="{DB86669E-BD96-D32E-B9BA-7F8E7841B0C9}"/>
          </ac:spMkLst>
        </pc:spChg>
        <pc:spChg chg="mod">
          <ac:chgData name="Sreejith Rajan" userId="ec11bca0e4bee75f" providerId="LiveId" clId="{7B4F392D-EAB3-4CE7-903E-F84869825F47}" dt="2026-01-29T08:26:13.028" v="673" actId="20577"/>
          <ac:spMkLst>
            <pc:docMk/>
            <pc:sldMk cId="1078901978" sldId="284"/>
            <ac:spMk id="3" creationId="{694A62D9-96EA-6D70-E1BD-2206E6FA391A}"/>
          </ac:spMkLst>
        </pc:spChg>
      </pc:sldChg>
      <pc:sldChg chg="addSp delSp modSp new mod">
        <pc:chgData name="Sreejith Rajan" userId="ec11bca0e4bee75f" providerId="LiveId" clId="{7B4F392D-EAB3-4CE7-903E-F84869825F47}" dt="2026-01-29T08:31:47.847" v="819" actId="20577"/>
        <pc:sldMkLst>
          <pc:docMk/>
          <pc:sldMk cId="4118352869" sldId="285"/>
        </pc:sldMkLst>
        <pc:spChg chg="mod">
          <ac:chgData name="Sreejith Rajan" userId="ec11bca0e4bee75f" providerId="LiveId" clId="{7B4F392D-EAB3-4CE7-903E-F84869825F47}" dt="2026-01-29T08:26:29.235" v="688" actId="20577"/>
          <ac:spMkLst>
            <pc:docMk/>
            <pc:sldMk cId="4118352869" sldId="285"/>
            <ac:spMk id="2" creationId="{57EE5E69-DBB8-9A84-901B-F8902586ED84}"/>
          </ac:spMkLst>
        </pc:spChg>
        <pc:spChg chg="add del mod">
          <ac:chgData name="Sreejith Rajan" userId="ec11bca0e4bee75f" providerId="LiveId" clId="{7B4F392D-EAB3-4CE7-903E-F84869825F47}" dt="2026-01-29T08:31:47.847" v="819" actId="20577"/>
          <ac:spMkLst>
            <pc:docMk/>
            <pc:sldMk cId="4118352869" sldId="285"/>
            <ac:spMk id="3" creationId="{5207A0A3-2CAD-9B82-BB0A-D31121435AF1}"/>
          </ac:spMkLst>
        </pc:spChg>
        <pc:spChg chg="add mod">
          <ac:chgData name="Sreejith Rajan" userId="ec11bca0e4bee75f" providerId="LiveId" clId="{7B4F392D-EAB3-4CE7-903E-F84869825F47}" dt="2026-01-29T08:26:47.248" v="690"/>
          <ac:spMkLst>
            <pc:docMk/>
            <pc:sldMk cId="4118352869" sldId="285"/>
            <ac:spMk id="4" creationId="{8301CFC0-AF12-0E77-7616-04534B70F14A}"/>
          </ac:spMkLst>
        </pc:spChg>
        <pc:picChg chg="add mod">
          <ac:chgData name="Sreejith Rajan" userId="ec11bca0e4bee75f" providerId="LiveId" clId="{7B4F392D-EAB3-4CE7-903E-F84869825F47}" dt="2026-01-29T08:29:21.543" v="718" actId="1076"/>
          <ac:picMkLst>
            <pc:docMk/>
            <pc:sldMk cId="4118352869" sldId="285"/>
            <ac:picMk id="6" creationId="{FF939A5D-87AE-E08F-A0EB-2A792D733730}"/>
          </ac:picMkLst>
        </pc:picChg>
        <pc:picChg chg="add mod modCrop">
          <ac:chgData name="Sreejith Rajan" userId="ec11bca0e4bee75f" providerId="LiveId" clId="{7B4F392D-EAB3-4CE7-903E-F84869825F47}" dt="2026-01-29T08:30:23.703" v="726" actId="14100"/>
          <ac:picMkLst>
            <pc:docMk/>
            <pc:sldMk cId="4118352869" sldId="285"/>
            <ac:picMk id="8" creationId="{EEEEDC4D-FE28-2CFA-F1F5-328088FA27CA}"/>
          </ac:picMkLst>
        </pc:picChg>
      </pc:sldChg>
      <pc:sldChg chg="addSp delSp modSp new mod">
        <pc:chgData name="Sreejith Rajan" userId="ec11bca0e4bee75f" providerId="LiveId" clId="{7B4F392D-EAB3-4CE7-903E-F84869825F47}" dt="2026-01-29T09:28:57.892" v="850" actId="1076"/>
        <pc:sldMkLst>
          <pc:docMk/>
          <pc:sldMk cId="8252786" sldId="286"/>
        </pc:sldMkLst>
        <pc:spChg chg="mod">
          <ac:chgData name="Sreejith Rajan" userId="ec11bca0e4bee75f" providerId="LiveId" clId="{7B4F392D-EAB3-4CE7-903E-F84869825F47}" dt="2026-01-29T09:25:58.469" v="833" actId="20577"/>
          <ac:spMkLst>
            <pc:docMk/>
            <pc:sldMk cId="8252786" sldId="286"/>
            <ac:spMk id="2" creationId="{E1C181D6-A397-FF96-77EE-DF392A3CD488}"/>
          </ac:spMkLst>
        </pc:spChg>
        <pc:spChg chg="mod">
          <ac:chgData name="Sreejith Rajan" userId="ec11bca0e4bee75f" providerId="LiveId" clId="{7B4F392D-EAB3-4CE7-903E-F84869825F47}" dt="2026-01-29T09:26:43.747" v="841" actId="20577"/>
          <ac:spMkLst>
            <pc:docMk/>
            <pc:sldMk cId="8252786" sldId="286"/>
            <ac:spMk id="3" creationId="{BCE21B45-62C6-AF35-6F8F-4D1A75537E7E}"/>
          </ac:spMkLst>
        </pc:spChg>
        <pc:picChg chg="add mod modCrop">
          <ac:chgData name="Sreejith Rajan" userId="ec11bca0e4bee75f" providerId="LiveId" clId="{7B4F392D-EAB3-4CE7-903E-F84869825F47}" dt="2026-01-29T09:28:57.892" v="850" actId="1076"/>
          <ac:picMkLst>
            <pc:docMk/>
            <pc:sldMk cId="8252786" sldId="286"/>
            <ac:picMk id="5" creationId="{04FE6E30-ACFB-29A7-1C9E-5F230EC40A9F}"/>
          </ac:picMkLst>
        </pc:picChg>
        <pc:picChg chg="add del mod">
          <ac:chgData name="Sreejith Rajan" userId="ec11bca0e4bee75f" providerId="LiveId" clId="{7B4F392D-EAB3-4CE7-903E-F84869825F47}" dt="2026-01-29T09:28:27.215" v="849" actId="478"/>
          <ac:picMkLst>
            <pc:docMk/>
            <pc:sldMk cId="8252786" sldId="286"/>
            <ac:picMk id="7" creationId="{9253CE66-E02B-3670-9CAB-1E4F2FD2677A}"/>
          </ac:picMkLst>
        </pc:picChg>
      </pc:sldChg>
      <pc:sldChg chg="modSp new mod">
        <pc:chgData name="Sreejith Rajan" userId="ec11bca0e4bee75f" providerId="LiveId" clId="{7B4F392D-EAB3-4CE7-903E-F84869825F47}" dt="2026-01-29T09:32:16.136" v="963" actId="20577"/>
        <pc:sldMkLst>
          <pc:docMk/>
          <pc:sldMk cId="2061746392" sldId="287"/>
        </pc:sldMkLst>
        <pc:spChg chg="mod">
          <ac:chgData name="Sreejith Rajan" userId="ec11bca0e4bee75f" providerId="LiveId" clId="{7B4F392D-EAB3-4CE7-903E-F84869825F47}" dt="2026-01-29T09:29:12.335" v="867" actId="20577"/>
          <ac:spMkLst>
            <pc:docMk/>
            <pc:sldMk cId="2061746392" sldId="287"/>
            <ac:spMk id="2" creationId="{3FD7936A-0E49-A77C-2A51-375E04F88356}"/>
          </ac:spMkLst>
        </pc:spChg>
        <pc:spChg chg="mod">
          <ac:chgData name="Sreejith Rajan" userId="ec11bca0e4bee75f" providerId="LiveId" clId="{7B4F392D-EAB3-4CE7-903E-F84869825F47}" dt="2026-01-29T09:32:16.136" v="963" actId="20577"/>
          <ac:spMkLst>
            <pc:docMk/>
            <pc:sldMk cId="2061746392" sldId="287"/>
            <ac:spMk id="3" creationId="{D43D2F27-11CE-5CFC-B33B-5885F64A7D3A}"/>
          </ac:spMkLst>
        </pc:spChg>
      </pc:sldChg>
      <pc:sldChg chg="addSp modSp new mod">
        <pc:chgData name="Sreejith Rajan" userId="ec11bca0e4bee75f" providerId="LiveId" clId="{7B4F392D-EAB3-4CE7-903E-F84869825F47}" dt="2026-01-29T09:34:54.589" v="993" actId="1076"/>
        <pc:sldMkLst>
          <pc:docMk/>
          <pc:sldMk cId="3650375048" sldId="288"/>
        </pc:sldMkLst>
        <pc:spChg chg="mod">
          <ac:chgData name="Sreejith Rajan" userId="ec11bca0e4bee75f" providerId="LiveId" clId="{7B4F392D-EAB3-4CE7-903E-F84869825F47}" dt="2026-01-29T09:32:57.991" v="975" actId="20577"/>
          <ac:spMkLst>
            <pc:docMk/>
            <pc:sldMk cId="3650375048" sldId="288"/>
            <ac:spMk id="2" creationId="{BD28CB1F-A559-A303-4744-775851E22599}"/>
          </ac:spMkLst>
        </pc:spChg>
        <pc:spChg chg="mod">
          <ac:chgData name="Sreejith Rajan" userId="ec11bca0e4bee75f" providerId="LiveId" clId="{7B4F392D-EAB3-4CE7-903E-F84869825F47}" dt="2026-01-29T09:33:38.347" v="988" actId="20577"/>
          <ac:spMkLst>
            <pc:docMk/>
            <pc:sldMk cId="3650375048" sldId="288"/>
            <ac:spMk id="3" creationId="{F018D86A-87BE-3295-49A6-6F01471E0EF5}"/>
          </ac:spMkLst>
        </pc:spChg>
        <pc:picChg chg="add mod modCrop">
          <ac:chgData name="Sreejith Rajan" userId="ec11bca0e4bee75f" providerId="LiveId" clId="{7B4F392D-EAB3-4CE7-903E-F84869825F47}" dt="2026-01-29T09:34:54.589" v="993" actId="1076"/>
          <ac:picMkLst>
            <pc:docMk/>
            <pc:sldMk cId="3650375048" sldId="288"/>
            <ac:picMk id="5" creationId="{ED57B221-1DC5-044B-3A58-35E842DA1039}"/>
          </ac:picMkLst>
        </pc:picChg>
      </pc:sldChg>
      <pc:sldChg chg="addSp modSp new mod">
        <pc:chgData name="Sreejith Rajan" userId="ec11bca0e4bee75f" providerId="LiveId" clId="{7B4F392D-EAB3-4CE7-903E-F84869825F47}" dt="2026-01-29T09:36:48.392" v="1016" actId="1076"/>
        <pc:sldMkLst>
          <pc:docMk/>
          <pc:sldMk cId="3970158279" sldId="289"/>
        </pc:sldMkLst>
        <pc:spChg chg="mod">
          <ac:chgData name="Sreejith Rajan" userId="ec11bca0e4bee75f" providerId="LiveId" clId="{7B4F392D-EAB3-4CE7-903E-F84869825F47}" dt="2026-01-29T09:35:16.838" v="1006" actId="20577"/>
          <ac:spMkLst>
            <pc:docMk/>
            <pc:sldMk cId="3970158279" sldId="289"/>
            <ac:spMk id="2" creationId="{752AED4F-3E39-26B9-1F38-43039E149EFE}"/>
          </ac:spMkLst>
        </pc:spChg>
        <pc:spChg chg="mod">
          <ac:chgData name="Sreejith Rajan" userId="ec11bca0e4bee75f" providerId="LiveId" clId="{7B4F392D-EAB3-4CE7-903E-F84869825F47}" dt="2026-01-29T09:36:12.173" v="1011" actId="20577"/>
          <ac:spMkLst>
            <pc:docMk/>
            <pc:sldMk cId="3970158279" sldId="289"/>
            <ac:spMk id="3" creationId="{3267779D-E370-25AB-0F5B-2C280D780C6C}"/>
          </ac:spMkLst>
        </pc:spChg>
        <pc:picChg chg="add mod modCrop">
          <ac:chgData name="Sreejith Rajan" userId="ec11bca0e4bee75f" providerId="LiveId" clId="{7B4F392D-EAB3-4CE7-903E-F84869825F47}" dt="2026-01-29T09:36:48.392" v="1016" actId="1076"/>
          <ac:picMkLst>
            <pc:docMk/>
            <pc:sldMk cId="3970158279" sldId="289"/>
            <ac:picMk id="5" creationId="{8D7D7D97-C763-C1C7-0F38-192171BC4804}"/>
          </ac:picMkLst>
        </pc:picChg>
      </pc:sldChg>
      <pc:sldChg chg="addSp delSp modSp new mod">
        <pc:chgData name="Sreejith Rajan" userId="ec11bca0e4bee75f" providerId="LiveId" clId="{7B4F392D-EAB3-4CE7-903E-F84869825F47}" dt="2026-01-29T09:37:56.140" v="1038" actId="1076"/>
        <pc:sldMkLst>
          <pc:docMk/>
          <pc:sldMk cId="359768088" sldId="290"/>
        </pc:sldMkLst>
        <pc:spChg chg="mod">
          <ac:chgData name="Sreejith Rajan" userId="ec11bca0e4bee75f" providerId="LiveId" clId="{7B4F392D-EAB3-4CE7-903E-F84869825F47}" dt="2026-01-29T09:37:18.044" v="1031" actId="20577"/>
          <ac:spMkLst>
            <pc:docMk/>
            <pc:sldMk cId="359768088" sldId="290"/>
            <ac:spMk id="2" creationId="{3AA3F0BE-C8FB-20E5-8EE9-139CD235B75A}"/>
          </ac:spMkLst>
        </pc:spChg>
        <pc:spChg chg="del">
          <ac:chgData name="Sreejith Rajan" userId="ec11bca0e4bee75f" providerId="LiveId" clId="{7B4F392D-EAB3-4CE7-903E-F84869825F47}" dt="2026-01-29T09:37:22.239" v="1032"/>
          <ac:spMkLst>
            <pc:docMk/>
            <pc:sldMk cId="359768088" sldId="290"/>
            <ac:spMk id="3" creationId="{FAE6E361-B67A-AE7E-06B6-5539B10A50CD}"/>
          </ac:spMkLst>
        </pc:spChg>
        <pc:graphicFrameChg chg="add mod modGraphic">
          <ac:chgData name="Sreejith Rajan" userId="ec11bca0e4bee75f" providerId="LiveId" clId="{7B4F392D-EAB3-4CE7-903E-F84869825F47}" dt="2026-01-29T09:37:56.140" v="1038" actId="1076"/>
          <ac:graphicFrameMkLst>
            <pc:docMk/>
            <pc:sldMk cId="359768088" sldId="290"/>
            <ac:graphicFrameMk id="4" creationId="{B32C0619-FD52-E358-B779-3AC6682B32DA}"/>
          </ac:graphicFrameMkLst>
        </pc:graphicFrameChg>
      </pc:sldChg>
      <pc:sldChg chg="modSp new mod">
        <pc:chgData name="Sreejith Rajan" userId="ec11bca0e4bee75f" providerId="LiveId" clId="{7B4F392D-EAB3-4CE7-903E-F84869825F47}" dt="2026-01-29T09:47:40.816" v="1347" actId="20577"/>
        <pc:sldMkLst>
          <pc:docMk/>
          <pc:sldMk cId="3485488711" sldId="291"/>
        </pc:sldMkLst>
        <pc:spChg chg="mod">
          <ac:chgData name="Sreejith Rajan" userId="ec11bca0e4bee75f" providerId="LiveId" clId="{7B4F392D-EAB3-4CE7-903E-F84869825F47}" dt="2026-01-29T09:39:35.521" v="1055" actId="20577"/>
          <ac:spMkLst>
            <pc:docMk/>
            <pc:sldMk cId="3485488711" sldId="291"/>
            <ac:spMk id="2" creationId="{422CC8AF-72C7-78E6-5DDE-EDAB30E54AC6}"/>
          </ac:spMkLst>
        </pc:spChg>
        <pc:spChg chg="mod">
          <ac:chgData name="Sreejith Rajan" userId="ec11bca0e4bee75f" providerId="LiveId" clId="{7B4F392D-EAB3-4CE7-903E-F84869825F47}" dt="2026-01-29T09:47:40.816" v="1347" actId="20577"/>
          <ac:spMkLst>
            <pc:docMk/>
            <pc:sldMk cId="3485488711" sldId="291"/>
            <ac:spMk id="3" creationId="{8616D05F-B51C-A5F8-851E-1C960A2D25D1}"/>
          </ac:spMkLst>
        </pc:spChg>
      </pc:sldChg>
      <pc:sldChg chg="modSp add mod ord">
        <pc:chgData name="Sreejith Rajan" userId="ec11bca0e4bee75f" providerId="LiveId" clId="{7B4F392D-EAB3-4CE7-903E-F84869825F47}" dt="2026-01-29T09:48:22.889" v="1356" actId="20577"/>
        <pc:sldMkLst>
          <pc:docMk/>
          <pc:sldMk cId="22085607" sldId="292"/>
        </pc:sldMkLst>
        <pc:spChg chg="mod">
          <ac:chgData name="Sreejith Rajan" userId="ec11bca0e4bee75f" providerId="LiveId" clId="{7B4F392D-EAB3-4CE7-903E-F84869825F47}" dt="2026-01-29T09:44:40.913" v="1240" actId="20577"/>
          <ac:spMkLst>
            <pc:docMk/>
            <pc:sldMk cId="22085607" sldId="292"/>
            <ac:spMk id="2" creationId="{C3B5DD5C-E89C-9928-7828-330493D6D747}"/>
          </ac:spMkLst>
        </pc:spChg>
        <pc:spChg chg="mod">
          <ac:chgData name="Sreejith Rajan" userId="ec11bca0e4bee75f" providerId="LiveId" clId="{7B4F392D-EAB3-4CE7-903E-F84869825F47}" dt="2026-01-29T09:48:22.889" v="1356" actId="20577"/>
          <ac:spMkLst>
            <pc:docMk/>
            <pc:sldMk cId="22085607" sldId="292"/>
            <ac:spMk id="3" creationId="{9ED32EAF-8AFD-86D2-3DB3-FF3F7AE648BB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62B48F5-BACC-47D6-A0F7-82FBF9C6BC85}" type="datetimeFigureOut">
              <a:rPr lang="en-US"/>
              <a:t>1/29/2026</a:t>
            </a:fld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5ACAF8E-318A-4EFE-8633-D9E72ABCE0ED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40655979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CB1CD00-5424-4675-AB18-2C419B060449}" type="datetimeFigureOut">
              <a:rPr lang="en-US"/>
              <a:t>1/29/2026</a:t>
            </a:fld>
            <a:endParaRPr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EE2CF44-2B13-41B4-A334-1CDF534EEBBF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453856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 bwMode="gray">
          <a:xfrm>
            <a:off x="0" y="2825016"/>
            <a:ext cx="12188952" cy="3180930"/>
          </a:xfrm>
          <a:prstGeom prst="rect">
            <a:avLst/>
          </a:prstGeom>
          <a:solidFill>
            <a:schemeClr val="bg1">
              <a:lumMod val="85000"/>
              <a:lumOff val="15000"/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 userDrawn="1"/>
        </p:nvSpPr>
        <p:spPr bwMode="black">
          <a:xfrm>
            <a:off x="0" y="3075709"/>
            <a:ext cx="12188952" cy="263929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 bwMode="white">
          <a:xfrm>
            <a:off x="1066800" y="3165763"/>
            <a:ext cx="10058400" cy="1711037"/>
          </a:xfrm>
        </p:spPr>
        <p:txBody>
          <a:bodyPr anchor="b">
            <a:normAutofit/>
          </a:bodyPr>
          <a:lstStyle>
            <a:lvl1pPr algn="l">
              <a:lnSpc>
                <a:spcPct val="80000"/>
              </a:lnSpc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 bwMode="white">
          <a:xfrm>
            <a:off x="1066800" y="4953000"/>
            <a:ext cx="10058400" cy="685800"/>
          </a:xfrm>
        </p:spPr>
        <p:txBody>
          <a:bodyPr>
            <a:normAutofit/>
          </a:bodyPr>
          <a:lstStyle>
            <a:lvl1pPr marL="0" indent="0" algn="l">
              <a:spcBef>
                <a:spcPts val="0"/>
              </a:spcBef>
              <a:buNone/>
              <a:defRPr sz="2000">
                <a:solidFill>
                  <a:schemeClr val="accent1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88627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CC0096-1860-4642-9CD2-0079EA5E7CD1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24441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24000" y="1828800"/>
            <a:ext cx="9144000" cy="2743200"/>
          </a:xfrm>
        </p:spPr>
        <p:txBody>
          <a:bodyPr anchor="b">
            <a:normAutofit/>
          </a:bodyPr>
          <a:lstStyle>
            <a:lvl1pPr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24000" y="4589463"/>
            <a:ext cx="9144000" cy="1506537"/>
          </a:xfrm>
        </p:spPr>
        <p:txBody>
          <a:bodyPr>
            <a:normAutofit/>
          </a:bodyPr>
          <a:lstStyle>
            <a:lvl1pPr marL="0" indent="0">
              <a:spcBef>
                <a:spcPts val="0"/>
              </a:spcBef>
              <a:buNone/>
              <a:defRPr sz="2000">
                <a:solidFill>
                  <a:schemeClr val="accent1"/>
                </a:solidFill>
                <a:latin typeface="+mj-lt"/>
              </a:defRPr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5067780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24000" y="1825625"/>
            <a:ext cx="4343400" cy="4270375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24600" y="1825625"/>
            <a:ext cx="4343400" cy="4270375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CC0096-1860-4642-9CD2-0079EA5E7CD1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4567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27048" y="1828800"/>
            <a:ext cx="4343400" cy="685800"/>
          </a:xfrm>
        </p:spPr>
        <p:txBody>
          <a:bodyPr anchor="ctr">
            <a:normAutofit/>
          </a:bodyPr>
          <a:lstStyle>
            <a:lvl1pPr marL="0" indent="0">
              <a:spcBef>
                <a:spcPts val="0"/>
              </a:spcBef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27048" y="2514600"/>
            <a:ext cx="4343400" cy="3581401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27648" y="1828800"/>
            <a:ext cx="4343400" cy="685800"/>
          </a:xfrm>
        </p:spPr>
        <p:txBody>
          <a:bodyPr anchor="ctr">
            <a:normAutofit/>
          </a:bodyPr>
          <a:lstStyle>
            <a:lvl1pPr marL="0" indent="0">
              <a:spcBef>
                <a:spcPts val="0"/>
              </a:spcBef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27648" y="2514600"/>
            <a:ext cx="4343400" cy="3581401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CC0096-1860-4642-9CD2-0079EA5E7CD1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79065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CC0096-1860-4642-9CD2-0079EA5E7CD1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89767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CC0096-1860-4642-9CD2-0079EA5E7CD1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68172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02587" y="1600200"/>
            <a:ext cx="3122613" cy="1828800"/>
          </a:xfrm>
        </p:spPr>
        <p:txBody>
          <a:bodyPr anchor="b">
            <a:normAutofit/>
          </a:bodyPr>
          <a:lstStyle>
            <a:lvl1pPr>
              <a:defRPr sz="3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0412" y="762000"/>
            <a:ext cx="6400800" cy="5334000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001039" y="3429000"/>
            <a:ext cx="3124161" cy="1828800"/>
          </a:xfrm>
        </p:spPr>
        <p:txBody>
          <a:bodyPr/>
          <a:lstStyle>
            <a:lvl1pPr marL="0" indent="0">
              <a:spcBef>
                <a:spcPts val="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CC0096-1860-4642-9CD2-0079EA5E7CD1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73741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997952" y="1600200"/>
            <a:ext cx="3127248" cy="1828800"/>
          </a:xfrm>
        </p:spPr>
        <p:txBody>
          <a:bodyPr anchor="b">
            <a:normAutofit/>
          </a:bodyPr>
          <a:lstStyle>
            <a:lvl1pPr>
              <a:defRPr sz="3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781251" y="777240"/>
            <a:ext cx="6400800" cy="5303520"/>
          </a:xfrm>
        </p:spPr>
        <p:txBody>
          <a:bodyPr tIns="457200">
            <a:normAutofit/>
          </a:bodyPr>
          <a:lstStyle>
            <a:lvl1pPr marL="0" indent="0" algn="ctr">
              <a:buNone/>
              <a:defRPr sz="20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997952" y="3429000"/>
            <a:ext cx="3127248" cy="1828800"/>
          </a:xfrm>
        </p:spPr>
        <p:txBody>
          <a:bodyPr/>
          <a:lstStyle>
            <a:lvl1pPr marL="0" indent="0">
              <a:spcBef>
                <a:spcPts val="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Rectangle 7" descr="An empty placeholder to add an image. Click on the placeholder and select the image that you wish to add."/>
          <p:cNvSpPr/>
          <p:nvPr userDrawn="1"/>
        </p:nvSpPr>
        <p:spPr bwMode="blackWhite">
          <a:xfrm>
            <a:off x="644091" y="640080"/>
            <a:ext cx="6675120" cy="5577840"/>
          </a:xfrm>
          <a:prstGeom prst="rect">
            <a:avLst/>
          </a:prstGeom>
          <a:solidFill>
            <a:srgbClr val="000000"/>
          </a:solidFill>
          <a:ln w="101600">
            <a:solidFill>
              <a:schemeClr val="tx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CC0096-1860-4642-9CD2-0079EA5E7CD1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72497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CC0096-1860-4642-9CD2-0079EA5E7CD1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71542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57199"/>
            <a:ext cx="1943100" cy="56388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524000" y="457199"/>
            <a:ext cx="7048500" cy="5638801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CC0096-1860-4642-9CD2-0079EA5E7CD1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46350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524000" y="457200"/>
            <a:ext cx="9144000" cy="1143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24000" y="1828800"/>
            <a:ext cx="9144000" cy="4267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524000" y="6362700"/>
            <a:ext cx="6881553" cy="25717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8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610600" y="6362700"/>
            <a:ext cx="990600" cy="25717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>
                    <a:lumMod val="85000"/>
                  </a:schemeClr>
                </a:solidFill>
              </a:defRPr>
            </a:lvl1pPr>
          </a:lstStyle>
          <a:p>
            <a:fld id="{37CC0096-1860-4642-9CD2-0079EA5E7CD1}" type="datetimeFigureOut">
              <a:rPr lang="en-US" smtClean="0"/>
              <a:pPr/>
              <a:t>1/29/2026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829800" y="6362700"/>
            <a:ext cx="838200" cy="25717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>
                    <a:lumMod val="85000"/>
                  </a:schemeClr>
                </a:solidFill>
              </a:defRPr>
            </a:lvl1pPr>
          </a:lstStyle>
          <a:p>
            <a:fld id="{E31375A4-56A4-47D6-9801-1991572033F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325986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400" kern="12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800"/>
        </a:spcBef>
        <a:buClr>
          <a:schemeClr val="accent1"/>
        </a:buClr>
        <a:buFont typeface="Arial" pitchFamily="34" charset="0"/>
        <a:buChar char="•"/>
        <a:defRPr sz="2000" kern="1200">
          <a:solidFill>
            <a:schemeClr val="tx1">
              <a:lumMod val="85000"/>
            </a:schemeClr>
          </a:solidFill>
          <a:latin typeface="+mn-lt"/>
          <a:ea typeface="+mn-ea"/>
          <a:cs typeface="+mn-cs"/>
        </a:defRPr>
      </a:lvl1pPr>
      <a:lvl2pPr marL="594360" indent="-228600" algn="l" defTabSz="914400" rtl="0" eaLnBrk="1" latinLnBrk="0" hangingPunct="1">
        <a:lnSpc>
          <a:spcPct val="90000"/>
        </a:lnSpc>
        <a:spcBef>
          <a:spcPts val="1000"/>
        </a:spcBef>
        <a:buClr>
          <a:schemeClr val="accent1"/>
        </a:buClr>
        <a:buFont typeface="Arial" pitchFamily="34" charset="0"/>
        <a:buChar char="•"/>
        <a:defRPr sz="1800" kern="1200">
          <a:solidFill>
            <a:schemeClr val="tx1">
              <a:lumMod val="85000"/>
            </a:schemeClr>
          </a:solidFill>
          <a:latin typeface="+mn-lt"/>
          <a:ea typeface="+mn-ea"/>
          <a:cs typeface="+mn-cs"/>
        </a:defRPr>
      </a:lvl2pPr>
      <a:lvl3pPr marL="914400" indent="-228600" algn="l" defTabSz="914400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Font typeface="Arial" pitchFamily="34" charset="0"/>
        <a:buChar char="•"/>
        <a:defRPr sz="1600" kern="1200">
          <a:solidFill>
            <a:schemeClr val="tx1">
              <a:lumMod val="85000"/>
            </a:schemeClr>
          </a:solidFill>
          <a:latin typeface="+mn-lt"/>
          <a:ea typeface="+mn-ea"/>
          <a:cs typeface="+mn-cs"/>
        </a:defRPr>
      </a:lvl3pPr>
      <a:lvl4pPr marL="1234440" indent="-228600" algn="l" defTabSz="914400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Font typeface="Arial" pitchFamily="34" charset="0"/>
        <a:buChar char="•"/>
        <a:defRPr sz="1400" kern="1200">
          <a:solidFill>
            <a:schemeClr val="tx1">
              <a:lumMod val="85000"/>
            </a:schemeClr>
          </a:solidFill>
          <a:latin typeface="+mn-lt"/>
          <a:ea typeface="+mn-ea"/>
          <a:cs typeface="+mn-cs"/>
        </a:defRPr>
      </a:lvl4pPr>
      <a:lvl5pPr marL="1508760" indent="-228600" algn="l" defTabSz="914400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Font typeface="Arial" pitchFamily="34" charset="0"/>
        <a:buChar char="•"/>
        <a:defRPr sz="1400" kern="1200">
          <a:solidFill>
            <a:schemeClr val="tx1">
              <a:lumMod val="85000"/>
            </a:schemeClr>
          </a:solidFill>
          <a:latin typeface="+mn-lt"/>
          <a:ea typeface="+mn-ea"/>
          <a:cs typeface="+mn-cs"/>
        </a:defRPr>
      </a:lvl5pPr>
      <a:lvl6pPr marL="1783080" indent="-228600" algn="l" defTabSz="914400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Font typeface="Arial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indent="-228600" algn="l" defTabSz="914400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Font typeface="Arial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2331720" indent="-228600" algn="l" defTabSz="914400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Font typeface="Arial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2606040" indent="-228600" algn="l" defTabSz="914400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Font typeface="Arial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N" dirty="0"/>
              <a:t>Computer Vision – Module 1</a:t>
            </a:r>
            <a:endParaRPr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IN" dirty="0"/>
              <a:t>Dr. Sreejith Rajan							28-1-2026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424538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DC7A23-0564-8C40-1C9E-FFB7ABFF6A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4CBF0D62-215A-4F0D-9E87-10286D7130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Course Objectives</a:t>
            </a:r>
            <a:endParaRPr dirty="0"/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551E4E5B-1DCC-4BE6-D37C-862AE9CE07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To understand the fundamentals of image processing</a:t>
            </a:r>
            <a:endParaRPr dirty="0"/>
          </a:p>
          <a:p>
            <a:r>
              <a:rPr lang="en-IN" dirty="0"/>
              <a:t>To familiarise with image enhancement and image segmentation algorithms</a:t>
            </a:r>
            <a:endParaRPr dirty="0"/>
          </a:p>
          <a:p>
            <a:r>
              <a:rPr lang="en-IN" dirty="0"/>
              <a:t>To familiarise with computer vision concepts</a:t>
            </a:r>
          </a:p>
          <a:p>
            <a:r>
              <a:rPr lang="en-IN" dirty="0"/>
              <a:t>Comprehensive understanding of feature extraction and image matching techniques.</a:t>
            </a:r>
            <a:br>
              <a:rPr lang="en-IN" dirty="0"/>
            </a:b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5946696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Pinhole Camera</a:t>
            </a:r>
            <a:endParaRPr dirty="0"/>
          </a:p>
        </p:txBody>
      </p:sp>
      <p:sp>
        <p:nvSpPr>
          <p:cNvPr id="14" name="Content Placeholder 1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pinhole camera is a simple optical device that uses a tiny aperture to project an inverted image of an external scene onto a surface inside a light-tight box.</a:t>
            </a:r>
            <a:endParaRPr dirty="0"/>
          </a:p>
          <a:p>
            <a:r>
              <a:rPr lang="en-IN" dirty="0"/>
              <a:t>It works on the principle of rectilinear motion of light. </a:t>
            </a:r>
          </a:p>
          <a:p>
            <a:r>
              <a:rPr lang="en-IN" dirty="0"/>
              <a:t> Image will be real, inverted and diminished</a:t>
            </a:r>
          </a:p>
          <a:p>
            <a:r>
              <a:rPr lang="en-IN" dirty="0"/>
              <a:t>Role of Pinhole size on image?</a:t>
            </a:r>
          </a:p>
          <a:p>
            <a:pPr lvl="1"/>
            <a:r>
              <a:rPr lang="en-IN" dirty="0"/>
              <a:t>Small pinhole </a:t>
            </a:r>
          </a:p>
          <a:p>
            <a:pPr lvl="1"/>
            <a:r>
              <a:rPr lang="en-IN" dirty="0"/>
              <a:t>Large pinhole</a:t>
            </a:r>
          </a:p>
          <a:p>
            <a:endParaRPr lang="en-IN" dirty="0"/>
          </a:p>
          <a:p>
            <a:pPr marL="0" indent="0">
              <a:buNone/>
            </a:pP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1AE4E5B-2BD2-BAFC-722C-C950C92791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80176" y="2515580"/>
            <a:ext cx="3580420" cy="35804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282630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7A0519-B972-8D7F-8C58-9C23D0EDE7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Characteristics of Pinhole Camera</a:t>
            </a:r>
            <a:br>
              <a:rPr lang="en-US" b="1" dirty="0"/>
            </a:b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9F247C-BC93-52DB-77E7-71348FF77D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 lens required</a:t>
            </a:r>
          </a:p>
          <a:p>
            <a:r>
              <a:rPr lang="en-US" dirty="0"/>
              <a:t>Infinite depth of field</a:t>
            </a:r>
          </a:p>
          <a:p>
            <a:r>
              <a:rPr lang="en-US" dirty="0"/>
              <a:t>No focusing mechanism</a:t>
            </a:r>
          </a:p>
          <a:p>
            <a:r>
              <a:rPr lang="en-US" dirty="0"/>
              <a:t>Very low light efficiency</a:t>
            </a:r>
          </a:p>
          <a:p>
            <a:r>
              <a:rPr lang="en-US" dirty="0"/>
              <a:t>Simple construction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493940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085866-866C-8F75-495A-ED8520075A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A8EBB6-5B46-2D10-2765-BD4D2CCFE6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Advantages of Pinhole Camera</a:t>
            </a:r>
            <a:br>
              <a:rPr lang="en-US" b="1" dirty="0"/>
            </a:b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8055FB-CDB2-2266-F128-38786D87C3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 lens aberrations</a:t>
            </a:r>
          </a:p>
          <a:p>
            <a:r>
              <a:rPr lang="en-US" dirty="0"/>
              <a:t>Very large depth of field</a:t>
            </a:r>
          </a:p>
          <a:p>
            <a:r>
              <a:rPr lang="en-US" dirty="0"/>
              <a:t>Easy to understand and build</a:t>
            </a:r>
          </a:p>
          <a:p>
            <a:r>
              <a:rPr lang="en-US" dirty="0"/>
              <a:t>Used as a basic imaging model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465037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520098-AF40-A755-5E52-C5D22FAD52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D91CC4-E3FE-6696-D7D4-DCDC65C9C4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Limitations of Pinhole Camera</a:t>
            </a:r>
            <a:br>
              <a:rPr lang="en-US" b="1" dirty="0"/>
            </a:b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CF0DF6-B2EF-AC64-1460-8D5007FFE8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0" y="1412776"/>
            <a:ext cx="9144000" cy="4267200"/>
          </a:xfrm>
        </p:spPr>
        <p:txBody>
          <a:bodyPr/>
          <a:lstStyle/>
          <a:p>
            <a:r>
              <a:rPr lang="en-US" dirty="0"/>
              <a:t>Low brightness</a:t>
            </a:r>
          </a:p>
          <a:p>
            <a:r>
              <a:rPr lang="en-US" dirty="0"/>
              <a:t>Poor resolution compared to a lens-based camera</a:t>
            </a:r>
          </a:p>
          <a:p>
            <a:r>
              <a:rPr lang="en-US" dirty="0"/>
              <a:t>Not suitable for low light conditions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029463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B3C73F-CDA9-DD6C-267F-97D502340C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Fundamentals of Gaussian Optics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DC38E5-E1BA-BDBA-3A7D-013F812C14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Gaussian optics is based on the principles of ray optics.</a:t>
            </a:r>
          </a:p>
          <a:p>
            <a:r>
              <a:rPr lang="en-US" dirty="0"/>
              <a:t>A point source of light emits light rays in all directions.</a:t>
            </a:r>
          </a:p>
          <a:p>
            <a:r>
              <a:rPr lang="en-US" dirty="0"/>
              <a:t>Light rays propagate in straight lines in a homogeneous medium.</a:t>
            </a:r>
          </a:p>
          <a:p>
            <a:r>
              <a:rPr lang="en-US" dirty="0"/>
              <a:t>Light rays from a distant source are considered parallel.</a:t>
            </a:r>
          </a:p>
          <a:p>
            <a:r>
              <a:rPr lang="en-US" dirty="0"/>
              <a:t>Spherical lenses and spherical mirrors obey Gaussian optics when only paraxial rays are considered.</a:t>
            </a:r>
          </a:p>
          <a:p>
            <a:r>
              <a:rPr lang="en-US" dirty="0"/>
              <a:t>For rays close to the principal axis, the small-angle approximation is valid, leading to simple image-formation equations.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773983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1ACBC2-E8B7-F64F-97E1-EDCBE64A85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F203E6-B395-60BD-8553-7869DA7569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Paraxial Approximation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E74F7A-C7FB-FC2F-19AE-479543AA5F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paraxial approximation assumes that light rays make small angles with the principal (optical) axis.</a:t>
            </a:r>
          </a:p>
          <a:p>
            <a:r>
              <a:rPr lang="en-US" dirty="0"/>
              <a:t>Under this condition:</a:t>
            </a:r>
          </a:p>
          <a:p>
            <a:pPr lvl="1"/>
            <a:r>
              <a:rPr lang="en-US" dirty="0"/>
              <a:t>sin⁡𝜃≈tan⁡𝜃≈𝜃(𝜃 in radians)</a:t>
            </a:r>
          </a:p>
          <a:p>
            <a:r>
              <a:rPr lang="en-US" dirty="0"/>
              <a:t>This approximation simplifies the geometry of light propagation and leads to linear image-formation equations.</a:t>
            </a:r>
          </a:p>
          <a:p>
            <a:r>
              <a:rPr lang="en-US" dirty="0"/>
              <a:t> The paraxial approximation is the foundation of Gaussian optics and is valid only for rays close to the optical axis.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967155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7D470A-F35B-E369-AE37-3E931EF4B4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Image Formation in Spherical Mirrors/Lenses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66F1145-C370-6EFA-C993-F57E3245DDB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23592" y="1600200"/>
            <a:ext cx="6318448" cy="4738836"/>
          </a:xfrm>
        </p:spPr>
      </p:pic>
    </p:spTree>
    <p:extLst>
      <p:ext uri="{BB962C8B-B14F-4D97-AF65-F5344CB8AC3E}">
        <p14:creationId xmlns:p14="http://schemas.microsoft.com/office/powerpoint/2010/main" val="347607545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86669E-BD96-D32E-B9BA-7F8E7841B0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Gaussian Optics for Spherical Mirrors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4A62D9-96EA-6D70-E1BD-2206E6FA39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Concave and Convex mirrors are the simplest examples of spherical mirrors.</a:t>
            </a:r>
          </a:p>
          <a:p>
            <a:r>
              <a:rPr lang="en-IN" dirty="0"/>
              <a:t> Spherical mirrors can be considered as </a:t>
            </a:r>
            <a:r>
              <a:rPr lang="en-US" dirty="0"/>
              <a:t>many tiny plane mirrors placed side by side.</a:t>
            </a:r>
          </a:p>
          <a:p>
            <a:r>
              <a:rPr lang="en-US" dirty="0"/>
              <a:t>A normal is drawn along the radius of curvature</a:t>
            </a:r>
          </a:p>
          <a:p>
            <a:r>
              <a:rPr lang="en-US" dirty="0"/>
              <a:t>Reflection happens with respect to this normal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7890197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EE5E69-DBB8-9A84-901B-F8902586ED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Concave Mirror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07A0A3-2CAD-9B82-BB0A-D31121435A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Incident ray strikes the mirror at point P.</a:t>
            </a:r>
          </a:p>
          <a:p>
            <a:r>
              <a:rPr lang="en-US" dirty="0"/>
              <a:t>Normal is drawn through the </a:t>
            </a:r>
            <a:r>
              <a:rPr lang="en-US" dirty="0" err="1"/>
              <a:t>centre</a:t>
            </a:r>
            <a:r>
              <a:rPr lang="en-US" dirty="0"/>
              <a:t> of curvature (C).</a:t>
            </a:r>
          </a:p>
          <a:p>
            <a:r>
              <a:rPr lang="en-US" dirty="0"/>
              <a:t>Reflected ray makes an equal angle with the normal.</a:t>
            </a:r>
          </a:p>
          <a:p>
            <a:r>
              <a:rPr lang="en-US" dirty="0"/>
              <a:t>Multiple reflected rays converge to the focus.</a:t>
            </a:r>
          </a:p>
          <a:p>
            <a:r>
              <a:rPr lang="en-US" dirty="0"/>
              <a:t>Golden rule for mirrors: Angle of incidence(</a:t>
            </a:r>
            <a:r>
              <a:rPr lang="en-US" dirty="0" err="1"/>
              <a:t>i</a:t>
            </a:r>
            <a:r>
              <a:rPr lang="en-US" dirty="0"/>
              <a:t>) = Angle of </a:t>
            </a:r>
          </a:p>
          <a:p>
            <a:pPr marL="0" indent="0">
              <a:buNone/>
            </a:pPr>
            <a:r>
              <a:rPr lang="en-US" dirty="0"/>
              <a:t>    Reflection (r)</a:t>
            </a:r>
            <a:endParaRPr lang="en-IN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F939A5D-87AE-E08F-A0EB-2A792D73373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68208" y="620688"/>
            <a:ext cx="3888432" cy="267439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EEEDC4D-FE28-2CFA-F1F5-328088FA27C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791" t="3801" r="18492" b="12201"/>
          <a:stretch>
            <a:fillRect/>
          </a:stretch>
        </p:blipFill>
        <p:spPr>
          <a:xfrm>
            <a:off x="7962546" y="3295085"/>
            <a:ext cx="3888432" cy="34184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835286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C181D6-A397-FF96-77EE-DF392A3CD4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Convex Mirror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E21B45-62C6-AF35-6F8F-4D1A75537E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Incident ray hits curved surface</a:t>
            </a:r>
          </a:p>
          <a:p>
            <a:r>
              <a:rPr lang="en-IN" dirty="0"/>
              <a:t>Normal again passes through centre of curvature</a:t>
            </a:r>
          </a:p>
          <a:p>
            <a:r>
              <a:rPr lang="en-IN" dirty="0"/>
              <a:t>Reflection obeys 𝑖=𝑟</a:t>
            </a:r>
          </a:p>
          <a:p>
            <a:r>
              <a:rPr lang="en-IN" dirty="0"/>
              <a:t>Reflected rays diverge</a:t>
            </a:r>
          </a:p>
          <a:p>
            <a:r>
              <a:rPr lang="en-IN" dirty="0"/>
              <a:t>Extensions meet at a virtual focus behind mirror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4FE6E30-ACFB-29A7-1C9E-5F230EC40A9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299" b="2751"/>
          <a:stretch>
            <a:fillRect/>
          </a:stretch>
        </p:blipFill>
        <p:spPr>
          <a:xfrm>
            <a:off x="7824192" y="1600200"/>
            <a:ext cx="3908771" cy="31683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5278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2CC8AF-72C7-78E6-5DDE-EDAB30E54A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Mirror Equations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616D05F-B51C-A5F8-851E-1C960A2D25D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IN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IN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IN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den>
                    </m:f>
                  </m:oMath>
                </a14:m>
                <a:r>
                  <a:rPr lang="en-IN" dirty="0"/>
                  <a:t>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IN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IN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IN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den>
                    </m:f>
                  </m:oMath>
                </a14:m>
                <a:r>
                  <a:rPr lang="en-IN" dirty="0"/>
                  <a:t> + 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IN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IN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IN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den>
                    </m:f>
                  </m:oMath>
                </a14:m>
                <a:r>
                  <a:rPr lang="en-IN" dirty="0"/>
                  <a:t> </a:t>
                </a:r>
              </a:p>
              <a:p>
                <a14:m>
                  <m:oMath xmlns:m="http://schemas.openxmlformats.org/officeDocument/2006/math">
                    <m:r>
                      <a:rPr lang="en-IN" b="0" i="1" smtClean="0"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en-IN" dirty="0"/>
                  <a:t> =focal length</a:t>
                </a:r>
              </a:p>
              <a:p>
                <a14:m>
                  <m:oMath xmlns:m="http://schemas.openxmlformats.org/officeDocument/2006/math">
                    <m:r>
                      <a:rPr lang="en-IN" b="0" i="1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IN" dirty="0"/>
                  <a:t>= image distance from pole</a:t>
                </a:r>
              </a:p>
              <a:p>
                <a14:m>
                  <m:oMath xmlns:m="http://schemas.openxmlformats.org/officeDocument/2006/math">
                    <m:r>
                      <a:rPr lang="en-IN" b="0" i="1" smtClean="0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IN" dirty="0"/>
                  <a:t>= object distance from pole </a:t>
                </a:r>
              </a:p>
              <a:p>
                <a:r>
                  <a:rPr lang="en-IN" dirty="0"/>
                  <a:t>Magnification, </a:t>
                </a:r>
                <a14:m>
                  <m:oMath xmlns:m="http://schemas.openxmlformats.org/officeDocument/2006/math">
                    <m:r>
                      <a:rPr lang="en-IN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IN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IN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IN" b="0" i="1" smtClean="0">
                            <a:latin typeface="Cambria Math" panose="02040503050406030204" pitchFamily="18" charset="0"/>
                          </a:rPr>
                          <m:t>h𝑖</m:t>
                        </m:r>
                      </m:num>
                      <m:den>
                        <m:r>
                          <a:rPr lang="en-IN" b="0" i="1" smtClean="0">
                            <a:latin typeface="Cambria Math" panose="02040503050406030204" pitchFamily="18" charset="0"/>
                          </a:rPr>
                          <m:t>h𝑜</m:t>
                        </m:r>
                      </m:den>
                    </m:f>
                    <m:r>
                      <a:rPr lang="en-IN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IN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IN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IN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num>
                      <m:den>
                        <m:r>
                          <a:rPr lang="en-IN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den>
                    </m:f>
                  </m:oMath>
                </a14:m>
                <a:endParaRPr lang="en-IN" dirty="0"/>
              </a:p>
              <a:p>
                <a:r>
                  <a:rPr lang="en-IN" dirty="0" err="1"/>
                  <a:t>Spcial</a:t>
                </a:r>
                <a:r>
                  <a:rPr lang="en-IN" dirty="0"/>
                  <a:t> Relation : </a:t>
                </a:r>
                <a14:m>
                  <m:oMath xmlns:m="http://schemas.openxmlformats.org/officeDocument/2006/math">
                    <m:r>
                      <a:rPr lang="en-IN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IN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IN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IN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num>
                      <m:den>
                        <m:r>
                          <a:rPr lang="en-IN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IN" dirty="0"/>
                  <a:t> , where R =Radius of curvature of the mirror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616D05F-B51C-A5F8-851E-1C960A2D25D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8548871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D7936A-0E49-A77C-2A51-375E04F883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Spherical Lenses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3D2F27-11CE-5CFC-B33B-5885F64A7D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Lenses Obey Snell’s law of refraction</a:t>
            </a:r>
          </a:p>
          <a:p>
            <a:r>
              <a:rPr lang="en-IN" dirty="0"/>
              <a:t>n</a:t>
            </a:r>
            <a:r>
              <a:rPr lang="en-IN" baseline="-25000" dirty="0"/>
              <a:t>1</a:t>
            </a:r>
            <a:r>
              <a:rPr lang="en-IN" dirty="0"/>
              <a:t>sin </a:t>
            </a:r>
            <a:r>
              <a:rPr lang="en-IN" dirty="0" err="1"/>
              <a:t>i</a:t>
            </a:r>
            <a:r>
              <a:rPr lang="en-IN" dirty="0"/>
              <a:t>=n</a:t>
            </a:r>
            <a:r>
              <a:rPr lang="en-IN" baseline="-25000" dirty="0"/>
              <a:t>2</a:t>
            </a:r>
            <a:r>
              <a:rPr lang="en-IN" dirty="0"/>
              <a:t>sinr</a:t>
            </a:r>
          </a:p>
          <a:p>
            <a:r>
              <a:rPr lang="en-US" dirty="0"/>
              <a:t>This applies at </a:t>
            </a:r>
            <a:r>
              <a:rPr lang="en-US" b="1" dirty="0"/>
              <a:t>each refracting surface</a:t>
            </a:r>
            <a:r>
              <a:rPr lang="en-US" dirty="0"/>
              <a:t> of the lens.</a:t>
            </a:r>
          </a:p>
          <a:p>
            <a:r>
              <a:rPr lang="en-US" dirty="0"/>
              <a:t>Why lenses bend light</a:t>
            </a:r>
          </a:p>
          <a:p>
            <a:pPr lvl="1"/>
            <a:r>
              <a:rPr lang="en-US" dirty="0"/>
              <a:t>Light enters glass → slows down → bends towards normal</a:t>
            </a:r>
          </a:p>
          <a:p>
            <a:pPr lvl="1"/>
            <a:r>
              <a:rPr lang="en-US" dirty="0"/>
              <a:t>Light exits glass → speeds up → bends away from normal</a:t>
            </a:r>
          </a:p>
          <a:p>
            <a:pPr lvl="1"/>
            <a:r>
              <a:rPr lang="en-US" dirty="0"/>
              <a:t>Net result: convergence or divergence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6174639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28CB1F-A559-A303-4744-775851E225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Convex lens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18D86A-87BE-3295-49A6-6F01471E0E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Ray enters lens from air to glass → refracts towards normal</a:t>
            </a:r>
          </a:p>
          <a:p>
            <a:r>
              <a:rPr lang="en-US" dirty="0"/>
              <a:t>Ray exits glass to air → refracts away from normal</a:t>
            </a:r>
          </a:p>
          <a:p>
            <a:r>
              <a:rPr lang="en-US" dirty="0"/>
              <a:t>Due to curved surfaces, rays converge</a:t>
            </a:r>
          </a:p>
          <a:p>
            <a:r>
              <a:rPr lang="en-US" dirty="0"/>
              <a:t>Rays meet at the real focus on the opposite side</a:t>
            </a:r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D57B221-1DC5-044B-3A58-35E842DA103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086" r="10779" b="54614"/>
          <a:stretch>
            <a:fillRect/>
          </a:stretch>
        </p:blipFill>
        <p:spPr>
          <a:xfrm>
            <a:off x="7248128" y="2780928"/>
            <a:ext cx="4752528" cy="2833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037504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2AED4F-3E39-26B9-1F38-43039E149E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Concave Lens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67779D-E370-25AB-0F5B-2C280D780C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Refraction at first surface causes divergence</a:t>
            </a:r>
          </a:p>
          <a:p>
            <a:r>
              <a:rPr lang="en-US" dirty="0"/>
              <a:t>Second refraction increases divergence</a:t>
            </a:r>
          </a:p>
          <a:p>
            <a:r>
              <a:rPr lang="en-US" dirty="0"/>
              <a:t>Rays appear to come from a virtual focus</a:t>
            </a:r>
          </a:p>
          <a:p>
            <a:r>
              <a:rPr lang="en-US" dirty="0"/>
              <a:t>Image is always virtual and diminished</a:t>
            </a:r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D7D7D97-C763-C1C7-0F38-192171BC480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18" t="44232" r="13086"/>
          <a:stretch>
            <a:fillRect/>
          </a:stretch>
        </p:blipFill>
        <p:spPr>
          <a:xfrm>
            <a:off x="6888088" y="1484784"/>
            <a:ext cx="4968552" cy="34811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015827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57915A-8FFF-1E7B-DF74-D845A26595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B5DD5C-E89C-9928-7828-330493D6D7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Lens Equations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ED32EAF-8AFD-86D2-3DB3-FF3F7AE648B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IN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IN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IN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den>
                    </m:f>
                  </m:oMath>
                </a14:m>
                <a:r>
                  <a:rPr lang="en-IN" dirty="0"/>
                  <a:t>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IN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IN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IN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den>
                    </m:f>
                  </m:oMath>
                </a14:m>
                <a:r>
                  <a:rPr lang="en-IN" dirty="0"/>
                  <a:t> - 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IN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IN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IN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den>
                    </m:f>
                  </m:oMath>
                </a14:m>
                <a:r>
                  <a:rPr lang="en-IN" dirty="0"/>
                  <a:t> </a:t>
                </a:r>
              </a:p>
              <a:p>
                <a14:m>
                  <m:oMath xmlns:m="http://schemas.openxmlformats.org/officeDocument/2006/math">
                    <m:r>
                      <a:rPr lang="en-IN" b="0" i="1" smtClean="0"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en-IN" dirty="0"/>
                  <a:t> =focal length</a:t>
                </a:r>
              </a:p>
              <a:p>
                <a14:m>
                  <m:oMath xmlns:m="http://schemas.openxmlformats.org/officeDocument/2006/math">
                    <m:r>
                      <a:rPr lang="en-IN" b="0" i="1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IN" dirty="0"/>
                  <a:t>= image distance from pole</a:t>
                </a:r>
              </a:p>
              <a:p>
                <a14:m>
                  <m:oMath xmlns:m="http://schemas.openxmlformats.org/officeDocument/2006/math">
                    <m:r>
                      <a:rPr lang="en-IN" b="0" i="1" smtClean="0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IN" dirty="0"/>
                  <a:t>= object distance from pole </a:t>
                </a:r>
              </a:p>
              <a:p>
                <a:r>
                  <a:rPr lang="en-IN" dirty="0"/>
                  <a:t>Magnification </a:t>
                </a:r>
                <a14:m>
                  <m:oMath xmlns:m="http://schemas.openxmlformats.org/officeDocument/2006/math">
                    <m:r>
                      <a:rPr lang="en-IN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IN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IN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IN" b="0" i="1" smtClean="0">
                            <a:latin typeface="Cambria Math" panose="02040503050406030204" pitchFamily="18" charset="0"/>
                          </a:rPr>
                          <m:t>h𝑖</m:t>
                        </m:r>
                      </m:num>
                      <m:den>
                        <m:r>
                          <a:rPr lang="en-IN" b="0" i="1" smtClean="0">
                            <a:latin typeface="Cambria Math" panose="02040503050406030204" pitchFamily="18" charset="0"/>
                          </a:rPr>
                          <m:t>h𝑜</m:t>
                        </m:r>
                      </m:den>
                    </m:f>
                    <m:r>
                      <a:rPr lang="en-IN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IN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IN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num>
                      <m:den>
                        <m:r>
                          <a:rPr lang="en-IN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den>
                    </m:f>
                  </m:oMath>
                </a14:m>
                <a:endParaRPr lang="en-IN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ED32EAF-8AFD-86D2-3DB3-FF3F7AE648B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08560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A3F0BE-C8FB-20E5-8EE9-139CD235B7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Lens vs Mirror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B32C0619-FD52-E358-B779-3AC6682B32D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32567638"/>
              </p:ext>
            </p:extLst>
          </p:nvPr>
        </p:nvGraphicFramePr>
        <p:xfrm>
          <a:off x="1546067" y="1844824"/>
          <a:ext cx="9144000" cy="2436090"/>
        </p:xfrm>
        <a:graphic>
          <a:graphicData uri="http://schemas.openxmlformats.org/drawingml/2006/table">
            <a:tbl>
              <a:tblPr>
                <a:tableStyleId>{3C2FFA5D-87B4-456A-9821-1D502468CF0F}</a:tableStyleId>
              </a:tblPr>
              <a:tblGrid>
                <a:gridCol w="3048000">
                  <a:extLst>
                    <a:ext uri="{9D8B030D-6E8A-4147-A177-3AD203B41FA5}">
                      <a16:colId xmlns:a16="http://schemas.microsoft.com/office/drawing/2014/main" val="3547986313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933891541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3922462524"/>
                    </a:ext>
                  </a:extLst>
                </a:gridCol>
              </a:tblGrid>
              <a:tr h="40601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>
                          <a:solidFill>
                            <a:srgbClr val="FF0000"/>
                          </a:solidFill>
                        </a:rPr>
                        <a:t>Aspect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dirty="0">
                          <a:solidFill>
                            <a:srgbClr val="FF0000"/>
                          </a:solidFill>
                        </a:rPr>
                        <a:t>Mirrors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dirty="0">
                          <a:solidFill>
                            <a:srgbClr val="FF0000"/>
                          </a:solidFill>
                        </a:rPr>
                        <a:t>Lenses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20924371"/>
                  </a:ext>
                </a:extLst>
              </a:tr>
              <a:tr h="4060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Physical process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Reflection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Refraction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1573065"/>
                  </a:ext>
                </a:extLst>
              </a:tr>
              <a:tr h="4060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Governing law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( i = r 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Snell’s law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74729046"/>
                  </a:ext>
                </a:extLst>
              </a:tr>
              <a:tr h="4060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Medium change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No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Yes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65661988"/>
                  </a:ext>
                </a:extLst>
              </a:tr>
              <a:tr h="4060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Image formation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Single interaction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Two refractions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30190580"/>
                  </a:ext>
                </a:extLst>
              </a:tr>
              <a:tr h="4060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Gaussian optics role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Geometry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Approximation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5353491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9768088"/>
      </p:ext>
    </p:extLst>
  </p:cSld>
  <p:clrMapOvr>
    <a:masterClrMapping/>
  </p:clrMapOvr>
</p:sld>
</file>

<file path=ppt/theme/theme1.xml><?xml version="1.0" encoding="utf-8"?>
<a:theme xmlns:a="http://schemas.openxmlformats.org/drawingml/2006/main" name="Tech Computer 16x9">
  <a:themeElements>
    <a:clrScheme name="TechComputer">
      <a:dk1>
        <a:srgbClr val="000000"/>
      </a:dk1>
      <a:lt1>
        <a:sysClr val="window" lastClr="FFFFFF"/>
      </a:lt1>
      <a:dk2>
        <a:srgbClr val="4D4D4D"/>
      </a:dk2>
      <a:lt2>
        <a:srgbClr val="DDDDDD"/>
      </a:lt2>
      <a:accent1>
        <a:srgbClr val="92D050"/>
      </a:accent1>
      <a:accent2>
        <a:srgbClr val="F7C331"/>
      </a:accent2>
      <a:accent3>
        <a:srgbClr val="47B8C7"/>
      </a:accent3>
      <a:accent4>
        <a:srgbClr val="B074BA"/>
      </a:accent4>
      <a:accent5>
        <a:srgbClr val="F34D47"/>
      </a:accent5>
      <a:accent6>
        <a:srgbClr val="FA8F30"/>
      </a:accent6>
      <a:hlink>
        <a:srgbClr val="47B8C7"/>
      </a:hlink>
      <a:folHlink>
        <a:srgbClr val="969696"/>
      </a:folHlink>
    </a:clrScheme>
    <a:fontScheme name="Consolas-Candara">
      <a:majorFont>
        <a:latin typeface="Consolas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ndara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F02901026.potx" id="{FD85E87A-7813-4F67-9E59-69B5487A1910}" vid="{BDF94C36-3ACF-4CF1-939F-F4211E6D666F}"/>
    </a:ext>
  </a:extLst>
</a:theme>
</file>

<file path=ppt/theme/theme2.xml><?xml version="1.0" encoding="utf-8"?>
<a:theme xmlns:a="http://schemas.openxmlformats.org/drawingml/2006/main" name="Office Theme">
  <a:themeElements>
    <a:clrScheme name="TechComputer">
      <a:dk1>
        <a:srgbClr val="000000"/>
      </a:dk1>
      <a:lt1>
        <a:sysClr val="window" lastClr="FFFFFF"/>
      </a:lt1>
      <a:dk2>
        <a:srgbClr val="4D4D4D"/>
      </a:dk2>
      <a:lt2>
        <a:srgbClr val="DDDDDD"/>
      </a:lt2>
      <a:accent1>
        <a:srgbClr val="92D050"/>
      </a:accent1>
      <a:accent2>
        <a:srgbClr val="F7C331"/>
      </a:accent2>
      <a:accent3>
        <a:srgbClr val="47B8C7"/>
      </a:accent3>
      <a:accent4>
        <a:srgbClr val="B074BA"/>
      </a:accent4>
      <a:accent5>
        <a:srgbClr val="F34D47"/>
      </a:accent5>
      <a:accent6>
        <a:srgbClr val="FA8F30"/>
      </a:accent6>
      <a:hlink>
        <a:srgbClr val="47B8C7"/>
      </a:hlink>
      <a:folHlink>
        <a:srgbClr val="969696"/>
      </a:folHlink>
    </a:clrScheme>
    <a:fontScheme name="Consolas-Candara">
      <a:majorFont>
        <a:latin typeface="Consolas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ndara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TechComputer">
      <a:dk1>
        <a:srgbClr val="000000"/>
      </a:dk1>
      <a:lt1>
        <a:sysClr val="window" lastClr="FFFFFF"/>
      </a:lt1>
      <a:dk2>
        <a:srgbClr val="4D4D4D"/>
      </a:dk2>
      <a:lt2>
        <a:srgbClr val="DDDDDD"/>
      </a:lt2>
      <a:accent1>
        <a:srgbClr val="92D050"/>
      </a:accent1>
      <a:accent2>
        <a:srgbClr val="F7C331"/>
      </a:accent2>
      <a:accent3>
        <a:srgbClr val="47B8C7"/>
      </a:accent3>
      <a:accent4>
        <a:srgbClr val="B074BA"/>
      </a:accent4>
      <a:accent5>
        <a:srgbClr val="F34D47"/>
      </a:accent5>
      <a:accent6>
        <a:srgbClr val="FA8F30"/>
      </a:accent6>
      <a:hlink>
        <a:srgbClr val="47B8C7"/>
      </a:hlink>
      <a:folHlink>
        <a:srgbClr val="969696"/>
      </a:folHlink>
    </a:clrScheme>
    <a:fontScheme name="Consolas-Candara">
      <a:majorFont>
        <a:latin typeface="Consolas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ndara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Business technology circuit board design presentation (widescreen)</Template>
  <TotalTime>267</TotalTime>
  <Words>711</Words>
  <Application>Microsoft Office PowerPoint</Application>
  <PresentationFormat>Widescreen</PresentationFormat>
  <Paragraphs>111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3" baseType="lpstr">
      <vt:lpstr>Arial</vt:lpstr>
      <vt:lpstr>Cambria Math</vt:lpstr>
      <vt:lpstr>Candara</vt:lpstr>
      <vt:lpstr>Consolas</vt:lpstr>
      <vt:lpstr>Tech Computer 16x9</vt:lpstr>
      <vt:lpstr>Computer Vision – Module 1</vt:lpstr>
      <vt:lpstr>Course Objectives</vt:lpstr>
      <vt:lpstr>Pinhole Camera</vt:lpstr>
      <vt:lpstr>Characteristics of Pinhole Camera </vt:lpstr>
      <vt:lpstr>Advantages of Pinhole Camera </vt:lpstr>
      <vt:lpstr>Limitations of Pinhole Camera </vt:lpstr>
      <vt:lpstr>Fundamentals of Gaussian Optics</vt:lpstr>
      <vt:lpstr>Paraxial Approximation</vt:lpstr>
      <vt:lpstr>Image Formation in Spherical Mirrors/Lenses</vt:lpstr>
      <vt:lpstr>Gaussian Optics for Spherical Mirrors </vt:lpstr>
      <vt:lpstr>Concave Mirror</vt:lpstr>
      <vt:lpstr>Convex Mirror</vt:lpstr>
      <vt:lpstr>Mirror Equations</vt:lpstr>
      <vt:lpstr>Spherical Lenses</vt:lpstr>
      <vt:lpstr>Convex lens</vt:lpstr>
      <vt:lpstr>Concave Lens</vt:lpstr>
      <vt:lpstr>Lens Equations</vt:lpstr>
      <vt:lpstr>Lens vs Mirror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Sreejith Rajan</dc:creator>
  <cp:lastModifiedBy>Sreejith Rajan</cp:lastModifiedBy>
  <cp:revision>1</cp:revision>
  <dcterms:created xsi:type="dcterms:W3CDTF">2026-01-28T09:27:21Z</dcterms:created>
  <dcterms:modified xsi:type="dcterms:W3CDTF">2026-01-29T09:48:25Z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nternalTags">
    <vt:lpwstr/>
  </property>
  <property fmtid="{D5CDD505-2E9C-101B-9397-08002B2CF9AE}" pid="3" name="ContentTypeId">
    <vt:lpwstr>0x0101006EDDDB5EE6D98C44930B742096920B300400F5B6D36B3EF94B4E9A635CDF2A18F5B8</vt:lpwstr>
  </property>
  <property fmtid="{D5CDD505-2E9C-101B-9397-08002B2CF9AE}" pid="4" name="FeatureTags">
    <vt:lpwstr/>
  </property>
  <property fmtid="{D5CDD505-2E9C-101B-9397-08002B2CF9AE}" pid="5" name="LocalizationTags">
    <vt:lpwstr/>
  </property>
  <property fmtid="{D5CDD505-2E9C-101B-9397-08002B2CF9AE}" pid="6" name="ScenarioTags">
    <vt:lpwstr/>
  </property>
  <property fmtid="{D5CDD505-2E9C-101B-9397-08002B2CF9AE}" pid="7" name="CampaignTags">
    <vt:lpwstr/>
  </property>
</Properties>
</file>