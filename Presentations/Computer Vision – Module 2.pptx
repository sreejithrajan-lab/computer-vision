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56" r:id="rId2"/>
    <p:sldId id="276" r:id="rId3"/>
    <p:sldId id="265" r:id="rId4"/>
    <p:sldId id="277" r:id="rId5"/>
    <p:sldId id="278" r:id="rId6"/>
    <p:sldId id="280" r:id="rId7"/>
    <p:sldId id="281" r:id="rId8"/>
    <p:sldId id="282" r:id="rId9"/>
    <p:sldId id="283" r:id="rId10"/>
    <p:sldId id="284" r:id="rId11"/>
    <p:sldId id="285" r:id="rId12"/>
    <p:sldId id="286" r:id="rId13"/>
    <p:sldId id="291" r:id="rId14"/>
    <p:sldId id="287" r:id="rId15"/>
    <p:sldId id="288" r:id="rId16"/>
    <p:sldId id="289" r:id="rId17"/>
    <p:sldId id="292" r:id="rId18"/>
    <p:sldId id="347" r:id="rId19"/>
    <p:sldId id="290" r:id="rId20"/>
    <p:sldId id="293" r:id="rId21"/>
    <p:sldId id="294" r:id="rId22"/>
    <p:sldId id="295" r:id="rId23"/>
    <p:sldId id="296" r:id="rId24"/>
    <p:sldId id="297" r:id="rId25"/>
    <p:sldId id="298" r:id="rId26"/>
    <p:sldId id="348" r:id="rId27"/>
    <p:sldId id="349" r:id="rId28"/>
    <p:sldId id="350" r:id="rId29"/>
    <p:sldId id="302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612B0D-43A0-494E-A4D4-1828271DDC57}" v="180" dt="2026-02-04T08:29:24.9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>
      <p:cViewPr varScale="1">
        <p:scale>
          <a:sx n="95" d="100"/>
          <a:sy n="95" d="100"/>
        </p:scale>
        <p:origin x="163" y="7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modSld sldOrd">
      <pc:chgData name="Sreejith Rajan" userId="ec11bca0e4bee75f" providerId="LiveId" clId="{7B4F392D-EAB3-4CE7-903E-F84869825F47}" dt="2026-02-04T13:28:34.480" v="2087" actId="14100"/>
      <pc:docMkLst>
        <pc:docMk/>
      </pc:docMkLst>
      <pc:sldChg chg="modSp mod">
        <pc:chgData name="Sreejith Rajan" userId="ec11bca0e4bee75f" providerId="LiveId" clId="{7B4F392D-EAB3-4CE7-903E-F84869825F47}" dt="2026-02-04T07:59:58.753" v="1725" actId="6549"/>
        <pc:sldMkLst>
          <pc:docMk/>
          <pc:sldMk cId="242453831" sldId="256"/>
        </pc:sldMkLst>
        <pc:spChg chg="mod">
          <ac:chgData name="Sreejith Rajan" userId="ec11bca0e4bee75f" providerId="LiveId" clId="{7B4F392D-EAB3-4CE7-903E-F84869825F47}" dt="2026-02-04T07:59:58.753" v="1725" actId="6549"/>
          <ac:spMkLst>
            <pc:docMk/>
            <pc:sldMk cId="242453831" sldId="256"/>
            <ac:spMk id="3" creationId="{00000000-0000-0000-0000-000000000000}"/>
          </ac:spMkLst>
        </pc:spChg>
      </pc:sldChg>
      <pc:sldChg chg="modSp mod">
        <pc:chgData name="Sreejith Rajan" userId="ec11bca0e4bee75f" providerId="LiveId" clId="{7B4F392D-EAB3-4CE7-903E-F84869825F47}" dt="2026-01-28T11:14:32.433" v="381" actId="113"/>
        <pc:sldMkLst>
          <pc:docMk/>
          <pc:sldMk cId="2949394097" sldId="277"/>
        </pc:sldMkLst>
        <pc:spChg chg="mod">
          <ac:chgData name="Sreejith Rajan" userId="ec11bca0e4bee75f" providerId="LiveId" clId="{7B4F392D-EAB3-4CE7-903E-F84869825F47}" dt="2026-01-28T11:14:32.433" v="381" actId="113"/>
          <ac:spMkLst>
            <pc:docMk/>
            <pc:sldMk cId="2949394097" sldId="277"/>
            <ac:spMk id="3" creationId="{969F247C-BC93-52DB-77E7-71348FF77D03}"/>
          </ac:spMkLst>
        </pc:spChg>
      </pc:sldChg>
      <pc:sldChg chg="addSp delSp modSp new mod">
        <pc:chgData name="Sreejith Rajan" userId="ec11bca0e4bee75f" providerId="LiveId" clId="{7B4F392D-EAB3-4CE7-903E-F84869825F47}" dt="2026-01-28T11:07:09.576" v="299" actId="20577"/>
        <pc:sldMkLst>
          <pc:docMk/>
          <pc:sldMk cId="577398395" sldId="281"/>
        </pc:sldMkLst>
        <pc:spChg chg="mod">
          <ac:chgData name="Sreejith Rajan" userId="ec11bca0e4bee75f" providerId="LiveId" clId="{7B4F392D-EAB3-4CE7-903E-F84869825F47}" dt="2026-01-28T11:00:10.388" v="32" actId="20577"/>
          <ac:spMkLst>
            <pc:docMk/>
            <pc:sldMk cId="577398395" sldId="281"/>
            <ac:spMk id="2" creationId="{16B3C73F-CDA9-DD6C-267F-97D502340C6E}"/>
          </ac:spMkLst>
        </pc:spChg>
        <pc:spChg chg="add del mod">
          <ac:chgData name="Sreejith Rajan" userId="ec11bca0e4bee75f" providerId="LiveId" clId="{7B4F392D-EAB3-4CE7-903E-F84869825F47}" dt="2026-01-28T11:07:09.576" v="299" actId="20577"/>
          <ac:spMkLst>
            <pc:docMk/>
            <pc:sldMk cId="577398395" sldId="281"/>
            <ac:spMk id="3" creationId="{91DC38E5-E1BA-BDBA-3A7D-013F812C149C}"/>
          </ac:spMkLst>
        </pc:spChg>
      </pc:sldChg>
      <pc:sldChg chg="modSp add mod">
        <pc:chgData name="Sreejith Rajan" userId="ec11bca0e4bee75f" providerId="LiveId" clId="{7B4F392D-EAB3-4CE7-903E-F84869825F47}" dt="2026-01-28T11:12:20.889" v="380" actId="20577"/>
        <pc:sldMkLst>
          <pc:docMk/>
          <pc:sldMk cId="496715533" sldId="282"/>
        </pc:sldMkLst>
        <pc:spChg chg="mod">
          <ac:chgData name="Sreejith Rajan" userId="ec11bca0e4bee75f" providerId="LiveId" clId="{7B4F392D-EAB3-4CE7-903E-F84869825F47}" dt="2026-01-28T11:10:43.259" v="338" actId="20577"/>
          <ac:spMkLst>
            <pc:docMk/>
            <pc:sldMk cId="496715533" sldId="282"/>
            <ac:spMk id="2" creationId="{79F203E6-B395-60BD-8553-7869DA7569D3}"/>
          </ac:spMkLst>
        </pc:spChg>
        <pc:spChg chg="mod">
          <ac:chgData name="Sreejith Rajan" userId="ec11bca0e4bee75f" providerId="LiveId" clId="{7B4F392D-EAB3-4CE7-903E-F84869825F47}" dt="2026-01-28T11:12:20.889" v="380" actId="20577"/>
          <ac:spMkLst>
            <pc:docMk/>
            <pc:sldMk cId="496715533" sldId="282"/>
            <ac:spMk id="3" creationId="{31E74F7A-C7FB-FC2F-19AE-479543AA5FF5}"/>
          </ac:spMkLst>
        </pc:spChg>
      </pc:sldChg>
      <pc:sldChg chg="addSp delSp modSp new mod">
        <pc:chgData name="Sreejith Rajan" userId="ec11bca0e4bee75f" providerId="LiveId" clId="{7B4F392D-EAB3-4CE7-903E-F84869825F47}" dt="2026-01-28T12:29:00.098" v="454" actId="1076"/>
        <pc:sldMkLst>
          <pc:docMk/>
          <pc:sldMk cId="3476075454" sldId="283"/>
        </pc:sldMkLst>
        <pc:spChg chg="mod">
          <ac:chgData name="Sreejith Rajan" userId="ec11bca0e4bee75f" providerId="LiveId" clId="{7B4F392D-EAB3-4CE7-903E-F84869825F47}" dt="2026-01-28T12:28:41.328" v="449" actId="20577"/>
          <ac:spMkLst>
            <pc:docMk/>
            <pc:sldMk cId="3476075454" sldId="283"/>
            <ac:spMk id="2" creationId="{A07D470A-F35B-E369-AE37-3E931EF4B4DC}"/>
          </ac:spMkLst>
        </pc:spChg>
        <pc:picChg chg="add mod">
          <ac:chgData name="Sreejith Rajan" userId="ec11bca0e4bee75f" providerId="LiveId" clId="{7B4F392D-EAB3-4CE7-903E-F84869825F47}" dt="2026-01-28T12:29:00.098" v="454" actId="1076"/>
          <ac:picMkLst>
            <pc:docMk/>
            <pc:sldMk cId="3476075454" sldId="283"/>
            <ac:picMk id="5" creationId="{F66F1145-C370-6EFA-C993-F57E3245DDB2}"/>
          </ac:picMkLst>
        </pc:picChg>
      </pc:sldChg>
      <pc:sldChg chg="modSp new mod">
        <pc:chgData name="Sreejith Rajan" userId="ec11bca0e4bee75f" providerId="LiveId" clId="{7B4F392D-EAB3-4CE7-903E-F84869825F47}" dt="2026-01-29T08:26:13.028" v="673" actId="20577"/>
        <pc:sldMkLst>
          <pc:docMk/>
          <pc:sldMk cId="1078901978" sldId="284"/>
        </pc:sldMkLst>
        <pc:spChg chg="mod">
          <ac:chgData name="Sreejith Rajan" userId="ec11bca0e4bee75f" providerId="LiveId" clId="{7B4F392D-EAB3-4CE7-903E-F84869825F47}" dt="2026-01-29T08:22:49.645" v="507" actId="20577"/>
          <ac:spMkLst>
            <pc:docMk/>
            <pc:sldMk cId="1078901978" sldId="284"/>
            <ac:spMk id="2" creationId="{DB86669E-BD96-D32E-B9BA-7F8E7841B0C9}"/>
          </ac:spMkLst>
        </pc:spChg>
        <pc:spChg chg="mod">
          <ac:chgData name="Sreejith Rajan" userId="ec11bca0e4bee75f" providerId="LiveId" clId="{7B4F392D-EAB3-4CE7-903E-F84869825F47}" dt="2026-01-29T08:26:13.028" v="673" actId="20577"/>
          <ac:spMkLst>
            <pc:docMk/>
            <pc:sldMk cId="1078901978" sldId="284"/>
            <ac:spMk id="3" creationId="{694A62D9-96EA-6D70-E1BD-2206E6FA391A}"/>
          </ac:spMkLst>
        </pc:spChg>
      </pc:sldChg>
      <pc:sldChg chg="addSp delSp modSp new mod">
        <pc:chgData name="Sreejith Rajan" userId="ec11bca0e4bee75f" providerId="LiveId" clId="{7B4F392D-EAB3-4CE7-903E-F84869825F47}" dt="2026-01-29T08:31:47.847" v="819" actId="20577"/>
        <pc:sldMkLst>
          <pc:docMk/>
          <pc:sldMk cId="4118352869" sldId="285"/>
        </pc:sldMkLst>
        <pc:spChg chg="mod">
          <ac:chgData name="Sreejith Rajan" userId="ec11bca0e4bee75f" providerId="LiveId" clId="{7B4F392D-EAB3-4CE7-903E-F84869825F47}" dt="2026-01-29T08:26:29.235" v="688" actId="20577"/>
          <ac:spMkLst>
            <pc:docMk/>
            <pc:sldMk cId="4118352869" sldId="285"/>
            <ac:spMk id="2" creationId="{57EE5E69-DBB8-9A84-901B-F8902586ED84}"/>
          </ac:spMkLst>
        </pc:spChg>
        <pc:spChg chg="add del mod">
          <ac:chgData name="Sreejith Rajan" userId="ec11bca0e4bee75f" providerId="LiveId" clId="{7B4F392D-EAB3-4CE7-903E-F84869825F47}" dt="2026-01-29T08:31:47.847" v="819" actId="20577"/>
          <ac:spMkLst>
            <pc:docMk/>
            <pc:sldMk cId="4118352869" sldId="285"/>
            <ac:spMk id="3" creationId="{5207A0A3-2CAD-9B82-BB0A-D31121435AF1}"/>
          </ac:spMkLst>
        </pc:spChg>
        <pc:picChg chg="add mod">
          <ac:chgData name="Sreejith Rajan" userId="ec11bca0e4bee75f" providerId="LiveId" clId="{7B4F392D-EAB3-4CE7-903E-F84869825F47}" dt="2026-01-29T08:29:21.543" v="718" actId="1076"/>
          <ac:picMkLst>
            <pc:docMk/>
            <pc:sldMk cId="4118352869" sldId="285"/>
            <ac:picMk id="6" creationId="{FF939A5D-87AE-E08F-A0EB-2A792D733730}"/>
          </ac:picMkLst>
        </pc:picChg>
        <pc:picChg chg="add mod modCrop">
          <ac:chgData name="Sreejith Rajan" userId="ec11bca0e4bee75f" providerId="LiveId" clId="{7B4F392D-EAB3-4CE7-903E-F84869825F47}" dt="2026-01-29T08:30:23.703" v="726" actId="14100"/>
          <ac:picMkLst>
            <pc:docMk/>
            <pc:sldMk cId="4118352869" sldId="285"/>
            <ac:picMk id="8" creationId="{EEEEDC4D-FE28-2CFA-F1F5-328088FA27CA}"/>
          </ac:picMkLst>
        </pc:picChg>
      </pc:sldChg>
      <pc:sldChg chg="addSp delSp modSp new mod">
        <pc:chgData name="Sreejith Rajan" userId="ec11bca0e4bee75f" providerId="LiveId" clId="{7B4F392D-EAB3-4CE7-903E-F84869825F47}" dt="2026-01-29T09:28:57.892" v="850" actId="1076"/>
        <pc:sldMkLst>
          <pc:docMk/>
          <pc:sldMk cId="8252786" sldId="286"/>
        </pc:sldMkLst>
        <pc:spChg chg="mod">
          <ac:chgData name="Sreejith Rajan" userId="ec11bca0e4bee75f" providerId="LiveId" clId="{7B4F392D-EAB3-4CE7-903E-F84869825F47}" dt="2026-01-29T09:25:58.469" v="833" actId="20577"/>
          <ac:spMkLst>
            <pc:docMk/>
            <pc:sldMk cId="8252786" sldId="286"/>
            <ac:spMk id="2" creationId="{E1C181D6-A397-FF96-77EE-DF392A3CD488}"/>
          </ac:spMkLst>
        </pc:spChg>
        <pc:spChg chg="mod">
          <ac:chgData name="Sreejith Rajan" userId="ec11bca0e4bee75f" providerId="LiveId" clId="{7B4F392D-EAB3-4CE7-903E-F84869825F47}" dt="2026-01-29T09:26:43.747" v="841" actId="20577"/>
          <ac:spMkLst>
            <pc:docMk/>
            <pc:sldMk cId="8252786" sldId="286"/>
            <ac:spMk id="3" creationId="{BCE21B45-62C6-AF35-6F8F-4D1A75537E7E}"/>
          </ac:spMkLst>
        </pc:spChg>
        <pc:picChg chg="add mod modCrop">
          <ac:chgData name="Sreejith Rajan" userId="ec11bca0e4bee75f" providerId="LiveId" clId="{7B4F392D-EAB3-4CE7-903E-F84869825F47}" dt="2026-01-29T09:28:57.892" v="850" actId="1076"/>
          <ac:picMkLst>
            <pc:docMk/>
            <pc:sldMk cId="8252786" sldId="286"/>
            <ac:picMk id="5" creationId="{04FE6E30-ACFB-29A7-1C9E-5F230EC40A9F}"/>
          </ac:picMkLst>
        </pc:picChg>
      </pc:sldChg>
      <pc:sldChg chg="modSp new mod">
        <pc:chgData name="Sreejith Rajan" userId="ec11bca0e4bee75f" providerId="LiveId" clId="{7B4F392D-EAB3-4CE7-903E-F84869825F47}" dt="2026-01-29T09:32:16.136" v="963" actId="20577"/>
        <pc:sldMkLst>
          <pc:docMk/>
          <pc:sldMk cId="2061746392" sldId="287"/>
        </pc:sldMkLst>
        <pc:spChg chg="mod">
          <ac:chgData name="Sreejith Rajan" userId="ec11bca0e4bee75f" providerId="LiveId" clId="{7B4F392D-EAB3-4CE7-903E-F84869825F47}" dt="2026-01-29T09:29:12.335" v="867" actId="20577"/>
          <ac:spMkLst>
            <pc:docMk/>
            <pc:sldMk cId="2061746392" sldId="287"/>
            <ac:spMk id="2" creationId="{3FD7936A-0E49-A77C-2A51-375E04F88356}"/>
          </ac:spMkLst>
        </pc:spChg>
        <pc:spChg chg="mod">
          <ac:chgData name="Sreejith Rajan" userId="ec11bca0e4bee75f" providerId="LiveId" clId="{7B4F392D-EAB3-4CE7-903E-F84869825F47}" dt="2026-01-29T09:32:16.136" v="963" actId="20577"/>
          <ac:spMkLst>
            <pc:docMk/>
            <pc:sldMk cId="2061746392" sldId="287"/>
            <ac:spMk id="3" creationId="{D43D2F27-11CE-5CFC-B33B-5885F64A7D3A}"/>
          </ac:spMkLst>
        </pc:spChg>
      </pc:sldChg>
      <pc:sldChg chg="addSp modSp new mod">
        <pc:chgData name="Sreejith Rajan" userId="ec11bca0e4bee75f" providerId="LiveId" clId="{7B4F392D-EAB3-4CE7-903E-F84869825F47}" dt="2026-01-29T09:34:54.589" v="993" actId="1076"/>
        <pc:sldMkLst>
          <pc:docMk/>
          <pc:sldMk cId="3650375048" sldId="288"/>
        </pc:sldMkLst>
        <pc:spChg chg="mod">
          <ac:chgData name="Sreejith Rajan" userId="ec11bca0e4bee75f" providerId="LiveId" clId="{7B4F392D-EAB3-4CE7-903E-F84869825F47}" dt="2026-01-29T09:32:57.991" v="975" actId="20577"/>
          <ac:spMkLst>
            <pc:docMk/>
            <pc:sldMk cId="3650375048" sldId="288"/>
            <ac:spMk id="2" creationId="{BD28CB1F-A559-A303-4744-775851E22599}"/>
          </ac:spMkLst>
        </pc:spChg>
        <pc:spChg chg="mod">
          <ac:chgData name="Sreejith Rajan" userId="ec11bca0e4bee75f" providerId="LiveId" clId="{7B4F392D-EAB3-4CE7-903E-F84869825F47}" dt="2026-01-29T09:33:38.347" v="988" actId="20577"/>
          <ac:spMkLst>
            <pc:docMk/>
            <pc:sldMk cId="3650375048" sldId="288"/>
            <ac:spMk id="3" creationId="{F018D86A-87BE-3295-49A6-6F01471E0EF5}"/>
          </ac:spMkLst>
        </pc:spChg>
        <pc:picChg chg="add mod modCrop">
          <ac:chgData name="Sreejith Rajan" userId="ec11bca0e4bee75f" providerId="LiveId" clId="{7B4F392D-EAB3-4CE7-903E-F84869825F47}" dt="2026-01-29T09:34:54.589" v="993" actId="1076"/>
          <ac:picMkLst>
            <pc:docMk/>
            <pc:sldMk cId="3650375048" sldId="288"/>
            <ac:picMk id="5" creationId="{ED57B221-1DC5-044B-3A58-35E842DA1039}"/>
          </ac:picMkLst>
        </pc:picChg>
      </pc:sldChg>
      <pc:sldChg chg="addSp modSp new mod">
        <pc:chgData name="Sreejith Rajan" userId="ec11bca0e4bee75f" providerId="LiveId" clId="{7B4F392D-EAB3-4CE7-903E-F84869825F47}" dt="2026-01-29T09:36:48.392" v="1016" actId="1076"/>
        <pc:sldMkLst>
          <pc:docMk/>
          <pc:sldMk cId="3970158279" sldId="289"/>
        </pc:sldMkLst>
        <pc:spChg chg="mod">
          <ac:chgData name="Sreejith Rajan" userId="ec11bca0e4bee75f" providerId="LiveId" clId="{7B4F392D-EAB3-4CE7-903E-F84869825F47}" dt="2026-01-29T09:35:16.838" v="1006" actId="20577"/>
          <ac:spMkLst>
            <pc:docMk/>
            <pc:sldMk cId="3970158279" sldId="289"/>
            <ac:spMk id="2" creationId="{752AED4F-3E39-26B9-1F38-43039E149EFE}"/>
          </ac:spMkLst>
        </pc:spChg>
        <pc:spChg chg="mod">
          <ac:chgData name="Sreejith Rajan" userId="ec11bca0e4bee75f" providerId="LiveId" clId="{7B4F392D-EAB3-4CE7-903E-F84869825F47}" dt="2026-01-29T09:36:12.173" v="1011" actId="20577"/>
          <ac:spMkLst>
            <pc:docMk/>
            <pc:sldMk cId="3970158279" sldId="289"/>
            <ac:spMk id="3" creationId="{3267779D-E370-25AB-0F5B-2C280D780C6C}"/>
          </ac:spMkLst>
        </pc:spChg>
        <pc:picChg chg="add mod modCrop">
          <ac:chgData name="Sreejith Rajan" userId="ec11bca0e4bee75f" providerId="LiveId" clId="{7B4F392D-EAB3-4CE7-903E-F84869825F47}" dt="2026-01-29T09:36:48.392" v="1016" actId="1076"/>
          <ac:picMkLst>
            <pc:docMk/>
            <pc:sldMk cId="3970158279" sldId="289"/>
            <ac:picMk id="5" creationId="{8D7D7D97-C763-C1C7-0F38-192171BC4804}"/>
          </ac:picMkLst>
        </pc:picChg>
      </pc:sldChg>
      <pc:sldChg chg="addSp delSp modSp new mod">
        <pc:chgData name="Sreejith Rajan" userId="ec11bca0e4bee75f" providerId="LiveId" clId="{7B4F392D-EAB3-4CE7-903E-F84869825F47}" dt="2026-01-29T09:37:56.140" v="1038" actId="1076"/>
        <pc:sldMkLst>
          <pc:docMk/>
          <pc:sldMk cId="359768088" sldId="290"/>
        </pc:sldMkLst>
        <pc:spChg chg="mod">
          <ac:chgData name="Sreejith Rajan" userId="ec11bca0e4bee75f" providerId="LiveId" clId="{7B4F392D-EAB3-4CE7-903E-F84869825F47}" dt="2026-01-29T09:37:18.044" v="1031" actId="20577"/>
          <ac:spMkLst>
            <pc:docMk/>
            <pc:sldMk cId="359768088" sldId="290"/>
            <ac:spMk id="2" creationId="{3AA3F0BE-C8FB-20E5-8EE9-139CD235B75A}"/>
          </ac:spMkLst>
        </pc:spChg>
        <pc:graphicFrameChg chg="add mod modGraphic">
          <ac:chgData name="Sreejith Rajan" userId="ec11bca0e4bee75f" providerId="LiveId" clId="{7B4F392D-EAB3-4CE7-903E-F84869825F47}" dt="2026-01-29T09:37:56.140" v="1038" actId="1076"/>
          <ac:graphicFrameMkLst>
            <pc:docMk/>
            <pc:sldMk cId="359768088" sldId="290"/>
            <ac:graphicFrameMk id="4" creationId="{B32C0619-FD52-E358-B779-3AC6682B32DA}"/>
          </ac:graphicFrameMkLst>
        </pc:graphicFrameChg>
      </pc:sldChg>
      <pc:sldChg chg="modSp new mod">
        <pc:chgData name="Sreejith Rajan" userId="ec11bca0e4bee75f" providerId="LiveId" clId="{7B4F392D-EAB3-4CE7-903E-F84869825F47}" dt="2026-01-29T09:47:40.816" v="1347" actId="20577"/>
        <pc:sldMkLst>
          <pc:docMk/>
          <pc:sldMk cId="3485488711" sldId="291"/>
        </pc:sldMkLst>
        <pc:spChg chg="mod">
          <ac:chgData name="Sreejith Rajan" userId="ec11bca0e4bee75f" providerId="LiveId" clId="{7B4F392D-EAB3-4CE7-903E-F84869825F47}" dt="2026-01-29T09:39:35.521" v="1055" actId="20577"/>
          <ac:spMkLst>
            <pc:docMk/>
            <pc:sldMk cId="3485488711" sldId="291"/>
            <ac:spMk id="2" creationId="{422CC8AF-72C7-78E6-5DDE-EDAB30E54AC6}"/>
          </ac:spMkLst>
        </pc:spChg>
        <pc:spChg chg="mod">
          <ac:chgData name="Sreejith Rajan" userId="ec11bca0e4bee75f" providerId="LiveId" clId="{7B4F392D-EAB3-4CE7-903E-F84869825F47}" dt="2026-01-29T09:47:40.816" v="1347" actId="20577"/>
          <ac:spMkLst>
            <pc:docMk/>
            <pc:sldMk cId="3485488711" sldId="291"/>
            <ac:spMk id="3" creationId="{8616D05F-B51C-A5F8-851E-1C960A2D25D1}"/>
          </ac:spMkLst>
        </pc:spChg>
      </pc:sldChg>
      <pc:sldChg chg="modSp add mod ord">
        <pc:chgData name="Sreejith Rajan" userId="ec11bca0e4bee75f" providerId="LiveId" clId="{7B4F392D-EAB3-4CE7-903E-F84869825F47}" dt="2026-01-29T09:48:22.889" v="1356" actId="20577"/>
        <pc:sldMkLst>
          <pc:docMk/>
          <pc:sldMk cId="22085607" sldId="292"/>
        </pc:sldMkLst>
        <pc:spChg chg="mod">
          <ac:chgData name="Sreejith Rajan" userId="ec11bca0e4bee75f" providerId="LiveId" clId="{7B4F392D-EAB3-4CE7-903E-F84869825F47}" dt="2026-01-29T09:44:40.913" v="1240" actId="20577"/>
          <ac:spMkLst>
            <pc:docMk/>
            <pc:sldMk cId="22085607" sldId="292"/>
            <ac:spMk id="2" creationId="{C3B5DD5C-E89C-9928-7828-330493D6D747}"/>
          </ac:spMkLst>
        </pc:spChg>
        <pc:spChg chg="mod">
          <ac:chgData name="Sreejith Rajan" userId="ec11bca0e4bee75f" providerId="LiveId" clId="{7B4F392D-EAB3-4CE7-903E-F84869825F47}" dt="2026-01-29T09:48:22.889" v="1356" actId="20577"/>
          <ac:spMkLst>
            <pc:docMk/>
            <pc:sldMk cId="22085607" sldId="292"/>
            <ac:spMk id="3" creationId="{9ED32EAF-8AFD-86D2-3DB3-FF3F7AE648BB}"/>
          </ac:spMkLst>
        </pc:spChg>
      </pc:sldChg>
      <pc:sldChg chg="addSp modSp new mod">
        <pc:chgData name="Sreejith Rajan" userId="ec11bca0e4bee75f" providerId="LiveId" clId="{7B4F392D-EAB3-4CE7-903E-F84869825F47}" dt="2026-02-02T08:39:10.558" v="1622" actId="1076"/>
        <pc:sldMkLst>
          <pc:docMk/>
          <pc:sldMk cId="838514129" sldId="293"/>
        </pc:sldMkLst>
        <pc:spChg chg="mod">
          <ac:chgData name="Sreejith Rajan" userId="ec11bca0e4bee75f" providerId="LiveId" clId="{7B4F392D-EAB3-4CE7-903E-F84869825F47}" dt="2026-02-02T08:12:41.136" v="1372" actId="20577"/>
          <ac:spMkLst>
            <pc:docMk/>
            <pc:sldMk cId="838514129" sldId="293"/>
            <ac:spMk id="2" creationId="{B61DC38C-B935-CC0F-245B-0788725A1200}"/>
          </ac:spMkLst>
        </pc:spChg>
        <pc:spChg chg="mod">
          <ac:chgData name="Sreejith Rajan" userId="ec11bca0e4bee75f" providerId="LiveId" clId="{7B4F392D-EAB3-4CE7-903E-F84869825F47}" dt="2026-02-02T08:14:56.810" v="1382" actId="20577"/>
          <ac:spMkLst>
            <pc:docMk/>
            <pc:sldMk cId="838514129" sldId="293"/>
            <ac:spMk id="3" creationId="{02501693-791A-3B64-E8E0-30247C118106}"/>
          </ac:spMkLst>
        </pc:spChg>
        <pc:spChg chg="add mod">
          <ac:chgData name="Sreejith Rajan" userId="ec11bca0e4bee75f" providerId="LiveId" clId="{7B4F392D-EAB3-4CE7-903E-F84869825F47}" dt="2026-02-02T08:39:10.558" v="1622" actId="1076"/>
          <ac:spMkLst>
            <pc:docMk/>
            <pc:sldMk cId="838514129" sldId="293"/>
            <ac:spMk id="6" creationId="{63CE9AAE-9582-C11A-8D4A-677DF8791256}"/>
          </ac:spMkLst>
        </pc:spChg>
        <pc:picChg chg="add mod">
          <ac:chgData name="Sreejith Rajan" userId="ec11bca0e4bee75f" providerId="LiveId" clId="{7B4F392D-EAB3-4CE7-903E-F84869825F47}" dt="2026-02-02T08:39:00.744" v="1619" actId="1076"/>
          <ac:picMkLst>
            <pc:docMk/>
            <pc:sldMk cId="838514129" sldId="293"/>
            <ac:picMk id="5" creationId="{D5535780-FFB7-357D-C7F6-9893F0ACD0B0}"/>
          </ac:picMkLst>
        </pc:picChg>
      </pc:sldChg>
      <pc:sldChg chg="addSp delSp modSp new mod">
        <pc:chgData name="Sreejith Rajan" userId="ec11bca0e4bee75f" providerId="LiveId" clId="{7B4F392D-EAB3-4CE7-903E-F84869825F47}" dt="2026-02-02T08:35:14.191" v="1587" actId="20577"/>
        <pc:sldMkLst>
          <pc:docMk/>
          <pc:sldMk cId="1094232091" sldId="294"/>
        </pc:sldMkLst>
        <pc:spChg chg="mod">
          <ac:chgData name="Sreejith Rajan" userId="ec11bca0e4bee75f" providerId="LiveId" clId="{7B4F392D-EAB3-4CE7-903E-F84869825F47}" dt="2026-02-02T08:18:31.548" v="1425" actId="20577"/>
          <ac:spMkLst>
            <pc:docMk/>
            <pc:sldMk cId="1094232091" sldId="294"/>
            <ac:spMk id="2" creationId="{C3405D6E-FDB3-4C52-65D8-D1FD95D01AEF}"/>
          </ac:spMkLst>
        </pc:spChg>
        <pc:spChg chg="mod">
          <ac:chgData name="Sreejith Rajan" userId="ec11bca0e4bee75f" providerId="LiveId" clId="{7B4F392D-EAB3-4CE7-903E-F84869825F47}" dt="2026-02-02T08:35:14.191" v="1587" actId="20577"/>
          <ac:spMkLst>
            <pc:docMk/>
            <pc:sldMk cId="1094232091" sldId="294"/>
            <ac:spMk id="3" creationId="{86347F61-D9A1-06BA-2897-992480998344}"/>
          </ac:spMkLst>
        </pc:spChg>
        <pc:picChg chg="add mod">
          <ac:chgData name="Sreejith Rajan" userId="ec11bca0e4bee75f" providerId="LiveId" clId="{7B4F392D-EAB3-4CE7-903E-F84869825F47}" dt="2026-02-02T08:21:24.258" v="1465" actId="1076"/>
          <ac:picMkLst>
            <pc:docMk/>
            <pc:sldMk cId="1094232091" sldId="294"/>
            <ac:picMk id="7" creationId="{876E87A6-A21C-339D-E431-3311928BFA0E}"/>
          </ac:picMkLst>
        </pc:picChg>
      </pc:sldChg>
      <pc:sldChg chg="addSp modSp new mod">
        <pc:chgData name="Sreejith Rajan" userId="ec11bca0e4bee75f" providerId="LiveId" clId="{7B4F392D-EAB3-4CE7-903E-F84869825F47}" dt="2026-02-02T08:25:09.606" v="1502" actId="1076"/>
        <pc:sldMkLst>
          <pc:docMk/>
          <pc:sldMk cId="312179180" sldId="295"/>
        </pc:sldMkLst>
        <pc:spChg chg="mod">
          <ac:chgData name="Sreejith Rajan" userId="ec11bca0e4bee75f" providerId="LiveId" clId="{7B4F392D-EAB3-4CE7-903E-F84869825F47}" dt="2026-02-02T08:22:37.208" v="1481" actId="20577"/>
          <ac:spMkLst>
            <pc:docMk/>
            <pc:sldMk cId="312179180" sldId="295"/>
            <ac:spMk id="2" creationId="{14BAB176-CC97-CA7D-02E0-16695859D1CA}"/>
          </ac:spMkLst>
        </pc:spChg>
        <pc:spChg chg="mod">
          <ac:chgData name="Sreejith Rajan" userId="ec11bca0e4bee75f" providerId="LiveId" clId="{7B4F392D-EAB3-4CE7-903E-F84869825F47}" dt="2026-02-02T08:24:06.329" v="1498" actId="20577"/>
          <ac:spMkLst>
            <pc:docMk/>
            <pc:sldMk cId="312179180" sldId="295"/>
            <ac:spMk id="3" creationId="{94604663-0B0E-EF63-DB36-2558778FA607}"/>
          </ac:spMkLst>
        </pc:spChg>
        <pc:picChg chg="add mod">
          <ac:chgData name="Sreejith Rajan" userId="ec11bca0e4bee75f" providerId="LiveId" clId="{7B4F392D-EAB3-4CE7-903E-F84869825F47}" dt="2026-02-02T08:25:09.606" v="1502" actId="1076"/>
          <ac:picMkLst>
            <pc:docMk/>
            <pc:sldMk cId="312179180" sldId="295"/>
            <ac:picMk id="5" creationId="{0666F5A8-0AE5-47A7-55C1-10A1985273D5}"/>
          </ac:picMkLst>
        </pc:picChg>
      </pc:sldChg>
      <pc:sldChg chg="addSp delSp modSp new mod">
        <pc:chgData name="Sreejith Rajan" userId="ec11bca0e4bee75f" providerId="LiveId" clId="{7B4F392D-EAB3-4CE7-903E-F84869825F47}" dt="2026-02-02T08:29:48.696" v="1521"/>
        <pc:sldMkLst>
          <pc:docMk/>
          <pc:sldMk cId="484128902" sldId="296"/>
        </pc:sldMkLst>
        <pc:spChg chg="add mod">
          <ac:chgData name="Sreejith Rajan" userId="ec11bca0e4bee75f" providerId="LiveId" clId="{7B4F392D-EAB3-4CE7-903E-F84869825F47}" dt="2026-02-02T08:29:21.246" v="1517" actId="14100"/>
          <ac:spMkLst>
            <pc:docMk/>
            <pc:sldMk cId="484128902" sldId="296"/>
            <ac:spMk id="8" creationId="{BFCF2B5D-EDD6-7E60-9DA7-39D256E54F55}"/>
          </ac:spMkLst>
        </pc:spChg>
        <pc:spChg chg="add mod">
          <ac:chgData name="Sreejith Rajan" userId="ec11bca0e4bee75f" providerId="LiveId" clId="{7B4F392D-EAB3-4CE7-903E-F84869825F47}" dt="2026-02-02T08:29:48.696" v="1521"/>
          <ac:spMkLst>
            <pc:docMk/>
            <pc:sldMk cId="484128902" sldId="296"/>
            <ac:spMk id="9" creationId="{16AC3D22-2D9E-8772-D549-10D20618FB07}"/>
          </ac:spMkLst>
        </pc:spChg>
        <pc:picChg chg="add mod ord">
          <ac:chgData name="Sreejith Rajan" userId="ec11bca0e4bee75f" providerId="LiveId" clId="{7B4F392D-EAB3-4CE7-903E-F84869825F47}" dt="2026-02-02T08:25:48.181" v="1506" actId="1076"/>
          <ac:picMkLst>
            <pc:docMk/>
            <pc:sldMk cId="484128902" sldId="296"/>
            <ac:picMk id="5" creationId="{C62074D3-2129-3E96-0B2D-F443D3BA9E88}"/>
          </ac:picMkLst>
        </pc:picChg>
        <pc:picChg chg="add mod">
          <ac:chgData name="Sreejith Rajan" userId="ec11bca0e4bee75f" providerId="LiveId" clId="{7B4F392D-EAB3-4CE7-903E-F84869825F47}" dt="2026-02-02T08:26:30.358" v="1511" actId="14100"/>
          <ac:picMkLst>
            <pc:docMk/>
            <pc:sldMk cId="484128902" sldId="296"/>
            <ac:picMk id="7" creationId="{4533A4B4-E02A-2AE0-0D6D-86E97CEC24D7}"/>
          </ac:picMkLst>
        </pc:picChg>
      </pc:sldChg>
      <pc:sldChg chg="addSp delSp modSp new mod">
        <pc:chgData name="Sreejith Rajan" userId="ec11bca0e4bee75f" providerId="LiveId" clId="{7B4F392D-EAB3-4CE7-903E-F84869825F47}" dt="2026-02-04T13:28:34.480" v="2087" actId="14100"/>
        <pc:sldMkLst>
          <pc:docMk/>
          <pc:sldMk cId="829793420" sldId="297"/>
        </pc:sldMkLst>
        <pc:spChg chg="mod">
          <ac:chgData name="Sreejith Rajan" userId="ec11bca0e4bee75f" providerId="LiveId" clId="{7B4F392D-EAB3-4CE7-903E-F84869825F47}" dt="2026-02-02T08:30:43.893" v="1548" actId="20577"/>
          <ac:spMkLst>
            <pc:docMk/>
            <pc:sldMk cId="829793420" sldId="297"/>
            <ac:spMk id="2" creationId="{014A04CF-15C4-8330-6BA3-B4FFA15F0EA5}"/>
          </ac:spMkLst>
        </pc:spChg>
        <pc:spChg chg="add mod">
          <ac:chgData name="Sreejith Rajan" userId="ec11bca0e4bee75f" providerId="LiveId" clId="{7B4F392D-EAB3-4CE7-903E-F84869825F47}" dt="2026-02-02T08:32:19.085" v="1555" actId="1076"/>
          <ac:spMkLst>
            <pc:docMk/>
            <pc:sldMk cId="829793420" sldId="297"/>
            <ac:spMk id="7" creationId="{79A87CA1-23AE-49E7-3500-81008DB9341B}"/>
          </ac:spMkLst>
        </pc:spChg>
        <pc:picChg chg="add mod ord">
          <ac:chgData name="Sreejith Rajan" userId="ec11bca0e4bee75f" providerId="LiveId" clId="{7B4F392D-EAB3-4CE7-903E-F84869825F47}" dt="2026-02-04T13:28:34.480" v="2087" actId="14100"/>
          <ac:picMkLst>
            <pc:docMk/>
            <pc:sldMk cId="829793420" sldId="297"/>
            <ac:picMk id="5" creationId="{31545EA1-E64A-0739-FC05-006BD7D35D69}"/>
          </ac:picMkLst>
        </pc:picChg>
      </pc:sldChg>
      <pc:sldChg chg="modSp new mod">
        <pc:chgData name="Sreejith Rajan" userId="ec11bca0e4bee75f" providerId="LiveId" clId="{7B4F392D-EAB3-4CE7-903E-F84869825F47}" dt="2026-02-03T10:48:56.806" v="1673" actId="5793"/>
        <pc:sldMkLst>
          <pc:docMk/>
          <pc:sldMk cId="2629671684" sldId="298"/>
        </pc:sldMkLst>
        <pc:spChg chg="mod">
          <ac:chgData name="Sreejith Rajan" userId="ec11bca0e4bee75f" providerId="LiveId" clId="{7B4F392D-EAB3-4CE7-903E-F84869825F47}" dt="2026-02-02T09:44:37.829" v="1641" actId="20577"/>
          <ac:spMkLst>
            <pc:docMk/>
            <pc:sldMk cId="2629671684" sldId="298"/>
            <ac:spMk id="2" creationId="{6120A8E8-A9A6-3874-A43B-0D8B9F0E21C1}"/>
          </ac:spMkLst>
        </pc:spChg>
        <pc:spChg chg="mod">
          <ac:chgData name="Sreejith Rajan" userId="ec11bca0e4bee75f" providerId="LiveId" clId="{7B4F392D-EAB3-4CE7-903E-F84869825F47}" dt="2026-02-03T10:48:56.806" v="1673" actId="5793"/>
          <ac:spMkLst>
            <pc:docMk/>
            <pc:sldMk cId="2629671684" sldId="298"/>
            <ac:spMk id="3" creationId="{CD899691-4739-5679-D451-0C66FE06F942}"/>
          </ac:spMkLst>
        </pc:spChg>
      </pc:sldChg>
      <pc:sldChg chg="modSp new mod">
        <pc:chgData name="Sreejith Rajan" userId="ec11bca0e4bee75f" providerId="LiveId" clId="{7B4F392D-EAB3-4CE7-903E-F84869825F47}" dt="2026-02-03T10:52:44.445" v="1724"/>
        <pc:sldMkLst>
          <pc:docMk/>
          <pc:sldMk cId="3289453992" sldId="299"/>
        </pc:sldMkLst>
        <pc:spChg chg="mod">
          <ac:chgData name="Sreejith Rajan" userId="ec11bca0e4bee75f" providerId="LiveId" clId="{7B4F392D-EAB3-4CE7-903E-F84869825F47}" dt="2026-02-03T10:49:18.055" v="1723" actId="20577"/>
          <ac:spMkLst>
            <pc:docMk/>
            <pc:sldMk cId="3289453992" sldId="299"/>
            <ac:spMk id="2" creationId="{582BD62D-958D-F163-2631-5C8C63951B71}"/>
          </ac:spMkLst>
        </pc:spChg>
        <pc:spChg chg="mod">
          <ac:chgData name="Sreejith Rajan" userId="ec11bca0e4bee75f" providerId="LiveId" clId="{7B4F392D-EAB3-4CE7-903E-F84869825F47}" dt="2026-02-03T10:52:44.445" v="1724"/>
          <ac:spMkLst>
            <pc:docMk/>
            <pc:sldMk cId="3289453992" sldId="299"/>
            <ac:spMk id="3" creationId="{CBAB42D1-DAEE-8C6D-BD98-CB21421431A1}"/>
          </ac:spMkLst>
        </pc:spChg>
      </pc:sldChg>
      <pc:sldChg chg="modSp new mod">
        <pc:chgData name="Sreejith Rajan" userId="ec11bca0e4bee75f" providerId="LiveId" clId="{7B4F392D-EAB3-4CE7-903E-F84869825F47}" dt="2026-02-04T08:01:20.539" v="1758" actId="20577"/>
        <pc:sldMkLst>
          <pc:docMk/>
          <pc:sldMk cId="3893374817" sldId="300"/>
        </pc:sldMkLst>
        <pc:spChg chg="mod">
          <ac:chgData name="Sreejith Rajan" userId="ec11bca0e4bee75f" providerId="LiveId" clId="{7B4F392D-EAB3-4CE7-903E-F84869825F47}" dt="2026-02-04T08:00:14.226" v="1744" actId="313"/>
          <ac:spMkLst>
            <pc:docMk/>
            <pc:sldMk cId="3893374817" sldId="300"/>
            <ac:spMk id="2" creationId="{D90974F0-49AF-B5F3-15D4-6DB4BC005D9C}"/>
          </ac:spMkLst>
        </pc:spChg>
        <pc:spChg chg="mod">
          <ac:chgData name="Sreejith Rajan" userId="ec11bca0e4bee75f" providerId="LiveId" clId="{7B4F392D-EAB3-4CE7-903E-F84869825F47}" dt="2026-02-04T08:01:20.539" v="1758" actId="20577"/>
          <ac:spMkLst>
            <pc:docMk/>
            <pc:sldMk cId="3893374817" sldId="300"/>
            <ac:spMk id="3" creationId="{432D0774-65CF-4311-71F9-4CD9F11B49F0}"/>
          </ac:spMkLst>
        </pc:spChg>
      </pc:sldChg>
      <pc:sldChg chg="addSp delSp modSp new mod">
        <pc:chgData name="Sreejith Rajan" userId="ec11bca0e4bee75f" providerId="LiveId" clId="{7B4F392D-EAB3-4CE7-903E-F84869825F47}" dt="2026-02-04T08:02:37.357" v="1810" actId="313"/>
        <pc:sldMkLst>
          <pc:docMk/>
          <pc:sldMk cId="3334913749" sldId="301"/>
        </pc:sldMkLst>
        <pc:spChg chg="mod">
          <ac:chgData name="Sreejith Rajan" userId="ec11bca0e4bee75f" providerId="LiveId" clId="{7B4F392D-EAB3-4CE7-903E-F84869825F47}" dt="2026-02-04T08:02:37.357" v="1810" actId="313"/>
          <ac:spMkLst>
            <pc:docMk/>
            <pc:sldMk cId="3334913749" sldId="301"/>
            <ac:spMk id="2" creationId="{BE8788E4-A615-A1E5-C2CA-1C698CE7F2A5}"/>
          </ac:spMkLst>
        </pc:spChg>
        <pc:spChg chg="add del mod">
          <ac:chgData name="Sreejith Rajan" userId="ec11bca0e4bee75f" providerId="LiveId" clId="{7B4F392D-EAB3-4CE7-903E-F84869825F47}" dt="2026-02-04T08:02:33.791" v="1809" actId="20577"/>
          <ac:spMkLst>
            <pc:docMk/>
            <pc:sldMk cId="3334913749" sldId="301"/>
            <ac:spMk id="3" creationId="{309CAF0D-023E-E52D-0119-3AB14773DA08}"/>
          </ac:spMkLst>
        </pc:spChg>
        <pc:spChg chg="add mod">
          <ac:chgData name="Sreejith Rajan" userId="ec11bca0e4bee75f" providerId="LiveId" clId="{7B4F392D-EAB3-4CE7-903E-F84869825F47}" dt="2026-02-04T08:02:28.355" v="1806"/>
          <ac:spMkLst>
            <pc:docMk/>
            <pc:sldMk cId="3334913749" sldId="301"/>
            <ac:spMk id="4" creationId="{DA53EA27-9C0B-5C2F-1FD3-55AA414A31F6}"/>
          </ac:spMkLst>
        </pc:spChg>
      </pc:sldChg>
      <pc:sldChg chg="addSp modSp new mod">
        <pc:chgData name="Sreejith Rajan" userId="ec11bca0e4bee75f" providerId="LiveId" clId="{7B4F392D-EAB3-4CE7-903E-F84869825F47}" dt="2026-02-04T08:09:52.268" v="1902" actId="1076"/>
        <pc:sldMkLst>
          <pc:docMk/>
          <pc:sldMk cId="1197431595" sldId="302"/>
        </pc:sldMkLst>
        <pc:spChg chg="mod">
          <ac:chgData name="Sreejith Rajan" userId="ec11bca0e4bee75f" providerId="LiveId" clId="{7B4F392D-EAB3-4CE7-903E-F84869825F47}" dt="2026-02-04T08:03:25.470" v="1863" actId="20577"/>
          <ac:spMkLst>
            <pc:docMk/>
            <pc:sldMk cId="1197431595" sldId="302"/>
            <ac:spMk id="2" creationId="{DD88D976-5086-D2BF-6825-295F227AA746}"/>
          </ac:spMkLst>
        </pc:spChg>
        <pc:spChg chg="mod">
          <ac:chgData name="Sreejith Rajan" userId="ec11bca0e4bee75f" providerId="LiveId" clId="{7B4F392D-EAB3-4CE7-903E-F84869825F47}" dt="2026-02-04T08:09:17.692" v="1896" actId="20577"/>
          <ac:spMkLst>
            <pc:docMk/>
            <pc:sldMk cId="1197431595" sldId="302"/>
            <ac:spMk id="3" creationId="{A32B5F8E-24F7-750E-2E5C-E1D94D5F8747}"/>
          </ac:spMkLst>
        </pc:spChg>
        <pc:picChg chg="add mod modCrop">
          <ac:chgData name="Sreejith Rajan" userId="ec11bca0e4bee75f" providerId="LiveId" clId="{7B4F392D-EAB3-4CE7-903E-F84869825F47}" dt="2026-02-04T08:09:52.268" v="1902" actId="1076"/>
          <ac:picMkLst>
            <pc:docMk/>
            <pc:sldMk cId="1197431595" sldId="302"/>
            <ac:picMk id="5" creationId="{A0779B55-445D-CD23-8EA0-E1EC2B42053A}"/>
          </ac:picMkLst>
        </pc:picChg>
      </pc:sldChg>
      <pc:sldChg chg="addSp modSp new mod">
        <pc:chgData name="Sreejith Rajan" userId="ec11bca0e4bee75f" providerId="LiveId" clId="{7B4F392D-EAB3-4CE7-903E-F84869825F47}" dt="2026-02-04T08:12:08.308" v="1920" actId="1076"/>
        <pc:sldMkLst>
          <pc:docMk/>
          <pc:sldMk cId="4041791266" sldId="303"/>
        </pc:sldMkLst>
        <pc:spChg chg="mod">
          <ac:chgData name="Sreejith Rajan" userId="ec11bca0e4bee75f" providerId="LiveId" clId="{7B4F392D-EAB3-4CE7-903E-F84869825F47}" dt="2026-02-04T08:10:32.022" v="1907" actId="20577"/>
          <ac:spMkLst>
            <pc:docMk/>
            <pc:sldMk cId="4041791266" sldId="303"/>
            <ac:spMk id="2" creationId="{2369565F-07A2-DDD1-A9A5-976AD67016A3}"/>
          </ac:spMkLst>
        </pc:spChg>
        <pc:spChg chg="mod">
          <ac:chgData name="Sreejith Rajan" userId="ec11bca0e4bee75f" providerId="LiveId" clId="{7B4F392D-EAB3-4CE7-903E-F84869825F47}" dt="2026-02-04T08:11:39.991" v="1914" actId="15"/>
          <ac:spMkLst>
            <pc:docMk/>
            <pc:sldMk cId="4041791266" sldId="303"/>
            <ac:spMk id="3" creationId="{480003C2-9977-BF7E-6A1B-501DA18DFC13}"/>
          </ac:spMkLst>
        </pc:spChg>
        <pc:picChg chg="add mod">
          <ac:chgData name="Sreejith Rajan" userId="ec11bca0e4bee75f" providerId="LiveId" clId="{7B4F392D-EAB3-4CE7-903E-F84869825F47}" dt="2026-02-04T08:12:08.308" v="1920" actId="1076"/>
          <ac:picMkLst>
            <pc:docMk/>
            <pc:sldMk cId="4041791266" sldId="303"/>
            <ac:picMk id="5" creationId="{EBE5B9B3-2838-B52D-869B-F75F943FD18A}"/>
          </ac:picMkLst>
        </pc:picChg>
      </pc:sldChg>
      <pc:sldChg chg="addSp modSp new mod">
        <pc:chgData name="Sreejith Rajan" userId="ec11bca0e4bee75f" providerId="LiveId" clId="{7B4F392D-EAB3-4CE7-903E-F84869825F47}" dt="2026-02-04T08:16:58.842" v="1937" actId="1076"/>
        <pc:sldMkLst>
          <pc:docMk/>
          <pc:sldMk cId="3059473869" sldId="304"/>
        </pc:sldMkLst>
        <pc:spChg chg="mod">
          <ac:chgData name="Sreejith Rajan" userId="ec11bca0e4bee75f" providerId="LiveId" clId="{7B4F392D-EAB3-4CE7-903E-F84869825F47}" dt="2026-02-04T08:12:32.430" v="1922"/>
          <ac:spMkLst>
            <pc:docMk/>
            <pc:sldMk cId="3059473869" sldId="304"/>
            <ac:spMk id="2" creationId="{696FB79E-8173-F714-FF90-05E94194C277}"/>
          </ac:spMkLst>
        </pc:spChg>
        <pc:spChg chg="mod">
          <ac:chgData name="Sreejith Rajan" userId="ec11bca0e4bee75f" providerId="LiveId" clId="{7B4F392D-EAB3-4CE7-903E-F84869825F47}" dt="2026-02-04T08:16:23.132" v="1931" actId="20577"/>
          <ac:spMkLst>
            <pc:docMk/>
            <pc:sldMk cId="3059473869" sldId="304"/>
            <ac:spMk id="3" creationId="{7546057B-3E11-A018-98D4-CA6F418A6B02}"/>
          </ac:spMkLst>
        </pc:spChg>
        <pc:picChg chg="add mod modCrop">
          <ac:chgData name="Sreejith Rajan" userId="ec11bca0e4bee75f" providerId="LiveId" clId="{7B4F392D-EAB3-4CE7-903E-F84869825F47}" dt="2026-02-04T08:16:58.842" v="1937" actId="1076"/>
          <ac:picMkLst>
            <pc:docMk/>
            <pc:sldMk cId="3059473869" sldId="304"/>
            <ac:picMk id="5" creationId="{950E3F82-0428-559C-DDAA-B1A4F1218368}"/>
          </ac:picMkLst>
        </pc:picChg>
      </pc:sldChg>
      <pc:sldChg chg="addSp delSp modSp new mod">
        <pc:chgData name="Sreejith Rajan" userId="ec11bca0e4bee75f" providerId="LiveId" clId="{7B4F392D-EAB3-4CE7-903E-F84869825F47}" dt="2026-02-04T13:28:11.011" v="2084" actId="14100"/>
        <pc:sldMkLst>
          <pc:docMk/>
          <pc:sldMk cId="2095788429" sldId="305"/>
        </pc:sldMkLst>
        <pc:spChg chg="mod">
          <ac:chgData name="Sreejith Rajan" userId="ec11bca0e4bee75f" providerId="LiveId" clId="{7B4F392D-EAB3-4CE7-903E-F84869825F47}" dt="2026-02-04T08:17:24.125" v="1939"/>
          <ac:spMkLst>
            <pc:docMk/>
            <pc:sldMk cId="2095788429" sldId="305"/>
            <ac:spMk id="2" creationId="{E781B9F9-C351-3BD7-4C68-67E36F4DBDFD}"/>
          </ac:spMkLst>
        </pc:spChg>
        <pc:spChg chg="mod">
          <ac:chgData name="Sreejith Rajan" userId="ec11bca0e4bee75f" providerId="LiveId" clId="{7B4F392D-EAB3-4CE7-903E-F84869825F47}" dt="2026-02-04T08:21:01.309" v="1960" actId="1076"/>
          <ac:spMkLst>
            <pc:docMk/>
            <pc:sldMk cId="2095788429" sldId="305"/>
            <ac:spMk id="3" creationId="{2341FA90-BDFE-6883-EB51-B6D59B289983}"/>
          </ac:spMkLst>
        </pc:spChg>
        <pc:picChg chg="add del mod">
          <ac:chgData name="Sreejith Rajan" userId="ec11bca0e4bee75f" providerId="LiveId" clId="{7B4F392D-EAB3-4CE7-903E-F84869825F47}" dt="2026-02-04T08:19:53.121" v="1958" actId="931"/>
          <ac:picMkLst>
            <pc:docMk/>
            <pc:sldMk cId="2095788429" sldId="305"/>
            <ac:picMk id="5" creationId="{FE33DC65-3231-2E98-4585-D05E6FB71D60}"/>
          </ac:picMkLst>
        </pc:picChg>
        <pc:picChg chg="add del mod">
          <ac:chgData name="Sreejith Rajan" userId="ec11bca0e4bee75f" providerId="LiveId" clId="{7B4F392D-EAB3-4CE7-903E-F84869825F47}" dt="2026-02-04T08:21:09.857" v="1963" actId="478"/>
          <ac:picMkLst>
            <pc:docMk/>
            <pc:sldMk cId="2095788429" sldId="305"/>
            <ac:picMk id="7" creationId="{FDA89AC9-8C2B-7479-F410-FA661AB5A1E4}"/>
          </ac:picMkLst>
        </pc:picChg>
        <pc:picChg chg="add mod">
          <ac:chgData name="Sreejith Rajan" userId="ec11bca0e4bee75f" providerId="LiveId" clId="{7B4F392D-EAB3-4CE7-903E-F84869825F47}" dt="2026-02-04T13:28:11.011" v="2084" actId="14100"/>
          <ac:picMkLst>
            <pc:docMk/>
            <pc:sldMk cId="2095788429" sldId="305"/>
            <ac:picMk id="9" creationId="{57399A93-F7C2-2DCF-8E09-1B3B9E6815C7}"/>
          </ac:picMkLst>
        </pc:picChg>
      </pc:sldChg>
      <pc:sldChg chg="modSp new mod">
        <pc:chgData name="Sreejith Rajan" userId="ec11bca0e4bee75f" providerId="LiveId" clId="{7B4F392D-EAB3-4CE7-903E-F84869825F47}" dt="2026-02-04T08:25:54.633" v="1985" actId="15"/>
        <pc:sldMkLst>
          <pc:docMk/>
          <pc:sldMk cId="4198985954" sldId="306"/>
        </pc:sldMkLst>
        <pc:spChg chg="mod">
          <ac:chgData name="Sreejith Rajan" userId="ec11bca0e4bee75f" providerId="LiveId" clId="{7B4F392D-EAB3-4CE7-903E-F84869825F47}" dt="2026-02-04T08:24:58.287" v="1982" actId="20577"/>
          <ac:spMkLst>
            <pc:docMk/>
            <pc:sldMk cId="4198985954" sldId="306"/>
            <ac:spMk id="2" creationId="{115364C5-6CFB-A19B-37DA-657BC0A2D974}"/>
          </ac:spMkLst>
        </pc:spChg>
        <pc:spChg chg="mod">
          <ac:chgData name="Sreejith Rajan" userId="ec11bca0e4bee75f" providerId="LiveId" clId="{7B4F392D-EAB3-4CE7-903E-F84869825F47}" dt="2026-02-04T08:25:54.633" v="1985" actId="15"/>
          <ac:spMkLst>
            <pc:docMk/>
            <pc:sldMk cId="4198985954" sldId="306"/>
            <ac:spMk id="3" creationId="{6373E2E1-8EA1-AC04-C0C4-97E457BC33FE}"/>
          </ac:spMkLst>
        </pc:spChg>
      </pc:sldChg>
      <pc:sldChg chg="addSp modSp new mod">
        <pc:chgData name="Sreejith Rajan" userId="ec11bca0e4bee75f" providerId="LiveId" clId="{7B4F392D-EAB3-4CE7-903E-F84869825F47}" dt="2026-02-04T08:42:47.844" v="2082" actId="1076"/>
        <pc:sldMkLst>
          <pc:docMk/>
          <pc:sldMk cId="2049320460" sldId="307"/>
        </pc:sldMkLst>
        <pc:spChg chg="mod">
          <ac:chgData name="Sreejith Rajan" userId="ec11bca0e4bee75f" providerId="LiveId" clId="{7B4F392D-EAB3-4CE7-903E-F84869825F47}" dt="2026-02-04T08:26:21.088" v="2008" actId="20577"/>
          <ac:spMkLst>
            <pc:docMk/>
            <pc:sldMk cId="2049320460" sldId="307"/>
            <ac:spMk id="2" creationId="{14EAA839-3351-3EAE-517B-FC1AC640901A}"/>
          </ac:spMkLst>
        </pc:spChg>
        <pc:spChg chg="mod">
          <ac:chgData name="Sreejith Rajan" userId="ec11bca0e4bee75f" providerId="LiveId" clId="{7B4F392D-EAB3-4CE7-903E-F84869825F47}" dt="2026-02-04T08:31:02.311" v="2075" actId="20577"/>
          <ac:spMkLst>
            <pc:docMk/>
            <pc:sldMk cId="2049320460" sldId="307"/>
            <ac:spMk id="3" creationId="{ABB37113-BEEE-4F38-0352-37221E9A6CB2}"/>
          </ac:spMkLst>
        </pc:spChg>
        <pc:picChg chg="add mod">
          <ac:chgData name="Sreejith Rajan" userId="ec11bca0e4bee75f" providerId="LiveId" clId="{7B4F392D-EAB3-4CE7-903E-F84869825F47}" dt="2026-02-04T08:42:47.844" v="2082" actId="1076"/>
          <ac:picMkLst>
            <pc:docMk/>
            <pc:sldMk cId="2049320460" sldId="307"/>
            <ac:picMk id="5" creationId="{738460E8-2D5F-EDDD-DEA6-242F2367B7FD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B48F5-BACC-47D6-A0F7-82FBF9C6BC85}" type="datetimeFigureOut">
              <a:rPr lang="en-US"/>
              <a:t>3/11/2026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ACAF8E-318A-4EFE-8633-D9E72ABCE0E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559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1CD00-5424-4675-AB18-2C419B060449}" type="datetimeFigureOut">
              <a:rPr lang="en-US"/>
              <a:t>3/11/2026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2CF44-2B13-41B4-A334-1CDF534EEBB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38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gray">
          <a:xfrm>
            <a:off x="0" y="2825016"/>
            <a:ext cx="12188952" cy="318093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 bwMode="black">
          <a:xfrm>
            <a:off x="0" y="3075709"/>
            <a:ext cx="12188952" cy="26392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066800" y="3165763"/>
            <a:ext cx="10058400" cy="1711037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066800" y="4953000"/>
            <a:ext cx="10058400" cy="6858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828800"/>
            <a:ext cx="9144000" cy="2743200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4589463"/>
            <a:ext cx="9144000" cy="150653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0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76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76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2587" y="1600200"/>
            <a:ext cx="3122613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0412" y="762000"/>
            <a:ext cx="6400800" cy="5334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01039" y="3429000"/>
            <a:ext cx="3124161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7952" y="1600200"/>
            <a:ext cx="3127248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81251" y="777240"/>
            <a:ext cx="6400800" cy="530352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97952" y="3429000"/>
            <a:ext cx="3127248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 descr="An empty placeholder to add an image. Click on the placeholder and select the image that you wish to add."/>
          <p:cNvSpPr/>
          <p:nvPr userDrawn="1"/>
        </p:nvSpPr>
        <p:spPr bwMode="blackWhite">
          <a:xfrm>
            <a:off x="644091" y="640080"/>
            <a:ext cx="6675120" cy="5577840"/>
          </a:xfrm>
          <a:prstGeom prst="rect">
            <a:avLst/>
          </a:prstGeom>
          <a:solidFill>
            <a:srgbClr val="000000"/>
          </a:solidFill>
          <a:ln w="101600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1943100" cy="56388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457199"/>
            <a:ext cx="7048500" cy="56388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8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0" y="6362700"/>
            <a:ext cx="6881553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0600" y="6362700"/>
            <a:ext cx="9906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3/11/2026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9800" y="6362700"/>
            <a:ext cx="8382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Font typeface="Arial" pitchFamily="34" charset="0"/>
        <a:buChar char="•"/>
        <a:defRPr sz="20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itchFamily="34" charset="0"/>
        <a:buChar char="•"/>
        <a:defRPr sz="18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4pPr>
      <a:lvl5pPr marL="15087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3172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Computer Vision – Module 2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Dr. Sreejith Rajan						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453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C7A23-0564-8C40-1C9E-FFB7ABFF6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CBF0D62-215A-4F0D-9E87-10286D713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Image Enhancement - Overview</a:t>
            </a:r>
            <a:endParaRPr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51E4E5B-1DCC-4BE6-D37C-862AE9CE0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Image enhancement improves visual quality or prepares image for further processing.</a:t>
            </a:r>
          </a:p>
          <a:p>
            <a:r>
              <a:rPr lang="en-IN" dirty="0"/>
              <a:t>Enhancement includes:</a:t>
            </a:r>
          </a:p>
          <a:p>
            <a:pPr lvl="1"/>
            <a:r>
              <a:rPr lang="en-IN" dirty="0"/>
              <a:t>Contrast enhancement</a:t>
            </a:r>
          </a:p>
          <a:p>
            <a:pPr lvl="1"/>
            <a:r>
              <a:rPr lang="en-IN" dirty="0"/>
              <a:t>Intensity normalization</a:t>
            </a:r>
          </a:p>
          <a:p>
            <a:pPr lvl="1"/>
            <a:r>
              <a:rPr lang="en-IN" dirty="0"/>
              <a:t>Smoothing</a:t>
            </a:r>
          </a:p>
          <a:p>
            <a:pPr lvl="1"/>
            <a:r>
              <a:rPr lang="en-IN" dirty="0"/>
              <a:t>Noise removal</a:t>
            </a:r>
          </a:p>
          <a:p>
            <a:r>
              <a:rPr lang="en-IN" dirty="0"/>
              <a:t>Important:</a:t>
            </a:r>
          </a:p>
          <a:p>
            <a:pPr marL="0" indent="0">
              <a:buNone/>
            </a:pPr>
            <a:r>
              <a:rPr lang="en-IN" dirty="0"/>
              <a:t>	👉 Enhancement improves perception</a:t>
            </a:r>
            <a:br>
              <a:rPr lang="en-IN" dirty="0"/>
            </a:br>
            <a:r>
              <a:rPr lang="en-IN" dirty="0"/>
              <a:t>	👉 It does NOT add new information</a:t>
            </a:r>
          </a:p>
        </p:txBody>
      </p:sp>
    </p:spTree>
    <p:extLst>
      <p:ext uri="{BB962C8B-B14F-4D97-AF65-F5344CB8AC3E}">
        <p14:creationId xmlns:p14="http://schemas.microsoft.com/office/powerpoint/2010/main" val="594669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Contrast Enhancement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13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IN" dirty="0"/>
                  <a:t>If intensity values lie in a narrow range → image looks dull.</a:t>
                </a:r>
              </a:p>
              <a:p>
                <a:r>
                  <a:rPr lang="en-IN" dirty="0"/>
                  <a:t>We stretch values to full range 0–255.</a:t>
                </a:r>
              </a:p>
              <a:p>
                <a:pPr marL="0" indent="0">
                  <a:buNone/>
                </a:pPr>
                <a:r>
                  <a:rPr lang="en-IN" b="1" dirty="0"/>
                  <a:t> Mathematical Model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255</m:t>
                      </m:r>
                    </m:oMath>
                  </m:oMathPara>
                </a14:m>
                <a:endParaRPr lang="ar-AE" dirty="0"/>
              </a:p>
              <a:p>
                <a:r>
                  <a:rPr lang="en-IN" dirty="0"/>
                  <a:t>Linear transformation.</a:t>
                </a:r>
              </a:p>
              <a:p>
                <a:pPr marL="0" indent="0">
                  <a:buNone/>
                </a:pPr>
                <a:br>
                  <a:rPr lang="en-IN" dirty="0"/>
                </a:br>
                <a:endParaRPr lang="en-IN" dirty="0"/>
              </a:p>
              <a:p>
                <a:endParaRPr lang="en-IN" dirty="0"/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14" name="Content Placeholder 1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67" t="-157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2826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A0519-B972-8D7F-8C58-9C23D0EDE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F247C-BC93-52DB-77E7-71348FF77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Characteristics</a:t>
            </a:r>
          </a:p>
          <a:p>
            <a:pPr marL="0" indent="0">
              <a:buNone/>
            </a:pPr>
            <a:r>
              <a:rPr lang="en-IN" dirty="0"/>
              <a:t>	✔ Global operation</a:t>
            </a:r>
            <a:br>
              <a:rPr lang="en-IN" dirty="0"/>
            </a:br>
            <a:r>
              <a:rPr lang="en-IN" dirty="0"/>
              <a:t>	✔ Preserves relative brightness</a:t>
            </a:r>
            <a:br>
              <a:rPr lang="en-IN" dirty="0"/>
            </a:br>
            <a:r>
              <a:rPr lang="en-IN" dirty="0"/>
              <a:t>	✔ Does NOT remove noise</a:t>
            </a:r>
            <a:br>
              <a:rPr lang="en-IN" dirty="0"/>
            </a:br>
            <a:r>
              <a:rPr lang="en-IN" dirty="0"/>
              <a:t>	✔ Improves dynamic range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Applications</a:t>
            </a:r>
          </a:p>
          <a:p>
            <a:pPr lvl="1"/>
            <a:r>
              <a:rPr lang="en-IN" dirty="0"/>
              <a:t>X-ray image improvement</a:t>
            </a:r>
          </a:p>
          <a:p>
            <a:pPr lvl="1"/>
            <a:r>
              <a:rPr lang="en-IN" dirty="0"/>
              <a:t>Satellite images</a:t>
            </a:r>
          </a:p>
          <a:p>
            <a:pPr lvl="1"/>
            <a:r>
              <a:rPr lang="en-IN" dirty="0"/>
              <a:t>Underexposed images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9394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85866-866C-8F75-495A-ED852007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8EBB6-5B46-2D10-2765-BD4D2CCFE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Contrast </a:t>
            </a:r>
            <a:r>
              <a:rPr lang="en-US" b="1" dirty="0" err="1"/>
              <a:t>Normalisation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8055FB-CDB2-2266-F128-38786D87C3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IN" dirty="0"/>
                  <a:t>Standardize intensity of the image (Mostly for ML)</a:t>
                </a:r>
              </a:p>
              <a:p>
                <a:r>
                  <a:rPr lang="en-IN" b="1" dirty="0"/>
                  <a:t> Formula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𝑛𝑜𝑟𝑚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br>
                  <a:rPr lang="ar-AE" dirty="0"/>
                </a:br>
                <a:endParaRPr lang="ar-AE" dirty="0"/>
              </a:p>
              <a:p>
                <a:r>
                  <a:rPr lang="en-IN" b="1" dirty="0"/>
                  <a:t>Characteristics</a:t>
                </a:r>
              </a:p>
              <a:p>
                <a:pPr marL="0" indent="0">
                  <a:buNone/>
                </a:pPr>
                <a:r>
                  <a:rPr lang="en-IN" dirty="0"/>
                  <a:t>	✔ Mean = 0</a:t>
                </a:r>
                <a:br>
                  <a:rPr lang="en-IN" dirty="0"/>
                </a:br>
                <a:r>
                  <a:rPr lang="en-IN" dirty="0"/>
                  <a:t>	✔ Variance = 1</a:t>
                </a:r>
                <a:br>
                  <a:rPr lang="en-IN" dirty="0"/>
                </a:br>
                <a:r>
                  <a:rPr lang="en-IN" dirty="0"/>
                  <a:t>	✔ Used before CNN input</a:t>
                </a:r>
                <a:br>
                  <a:rPr lang="en-IN" dirty="0"/>
                </a:br>
                <a:r>
                  <a:rPr lang="en-IN" dirty="0"/>
                  <a:t>	✔ Produces negative values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8055FB-CDB2-2266-F128-38786D87C3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6503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0098-AF40-A755-5E52-C5D22FAD5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CC4-E3FE-6696-D7D4-DCDC65C9C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F0DF6-B2EF-AC64-1460-8D5007FFE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1916832"/>
            <a:ext cx="9144000" cy="4267200"/>
          </a:xfrm>
        </p:spPr>
        <p:txBody>
          <a:bodyPr>
            <a:normAutofit lnSpcReduction="10000"/>
          </a:bodyPr>
          <a:lstStyle/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mean = average intensity of all 65,536 pixels</a:t>
            </a:r>
          </a:p>
          <a:p>
            <a:r>
              <a:rPr lang="en-IN" dirty="0"/>
              <a:t>std = spread of intensity values (contrast measure)</a:t>
            </a:r>
          </a:p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1C1C6A3-A5EE-B62F-6DA6-92F14B2716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0" r="12501" b="40185"/>
          <a:stretch>
            <a:fillRect/>
          </a:stretch>
        </p:blipFill>
        <p:spPr>
          <a:xfrm>
            <a:off x="2927648" y="1771754"/>
            <a:ext cx="5904656" cy="331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94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3C73F-CDA9-DD6C-267F-97D502340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Image Smoothing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DC38E5-E1BA-BDBA-3A7D-013F812C1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1916832"/>
            <a:ext cx="9144000" cy="4267200"/>
          </a:xfrm>
        </p:spPr>
        <p:txBody>
          <a:bodyPr/>
          <a:lstStyle/>
          <a:p>
            <a:r>
              <a:rPr lang="en-US" dirty="0"/>
              <a:t>Reduce high-frequency components (noise).</a:t>
            </a:r>
          </a:p>
          <a:p>
            <a:r>
              <a:rPr lang="en-US" dirty="0"/>
              <a:t>Noise = rapid pixel fluctuations.</a:t>
            </a:r>
          </a:p>
          <a:p>
            <a:r>
              <a:rPr lang="en-US" dirty="0"/>
              <a:t>Smoothing = Low-pass filtering.</a:t>
            </a:r>
          </a:p>
          <a:p>
            <a:r>
              <a:rPr lang="en-IN" dirty="0"/>
              <a:t>Types of smoothing </a:t>
            </a:r>
          </a:p>
          <a:p>
            <a:pPr lvl="1"/>
            <a:r>
              <a:rPr lang="en-IN" dirty="0"/>
              <a:t>Mean filter</a:t>
            </a:r>
          </a:p>
          <a:p>
            <a:pPr lvl="1"/>
            <a:r>
              <a:rPr lang="en-IN" dirty="0"/>
              <a:t>Gaussian Filter</a:t>
            </a:r>
          </a:p>
          <a:p>
            <a:pPr lvl="1"/>
            <a:r>
              <a:rPr lang="en-IN" dirty="0"/>
              <a:t>Median Filter</a:t>
            </a:r>
          </a:p>
        </p:txBody>
      </p:sp>
    </p:spTree>
    <p:extLst>
      <p:ext uri="{BB962C8B-B14F-4D97-AF65-F5344CB8AC3E}">
        <p14:creationId xmlns:p14="http://schemas.microsoft.com/office/powerpoint/2010/main" val="577398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ACBC2-E8B7-F64F-97E1-EDCBE64A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203E6-B395-60BD-8553-7869DA756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Mean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E74F7A-C7FB-FC2F-19AE-479543AA5F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b="1" dirty="0"/>
                  <a:t>1️⃣ Mean Filter</a:t>
                </a:r>
              </a:p>
              <a:p>
                <a:r>
                  <a:rPr lang="en-IN" dirty="0"/>
                  <a:t>Kernel: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IN" dirty="0"/>
                  <a:t>Characteristics:</a:t>
                </a:r>
              </a:p>
              <a:p>
                <a:r>
                  <a:rPr lang="en-IN" dirty="0"/>
                  <a:t>✔ Simple</a:t>
                </a:r>
                <a:br>
                  <a:rPr lang="en-IN" dirty="0"/>
                </a:br>
                <a:r>
                  <a:rPr lang="en-IN" dirty="0"/>
                  <a:t>✔ Linear</a:t>
                </a:r>
                <a:br>
                  <a:rPr lang="en-IN" dirty="0"/>
                </a:br>
                <a:r>
                  <a:rPr lang="en-IN" dirty="0"/>
                  <a:t>✔ Blurs edges</a:t>
                </a:r>
                <a:br>
                  <a:rPr lang="en-IN" dirty="0"/>
                </a:br>
                <a:r>
                  <a:rPr lang="en-IN" dirty="0"/>
                  <a:t>✔ Reduces Gaussian noise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E74F7A-C7FB-FC2F-19AE-479543AA5F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57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6715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D470A-F35B-E369-AE37-3E931EF4B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Gaussian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201D9F3-3754-0951-291F-32DE0C70D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Formula:</a:t>
                </a:r>
              </a:p>
              <a:p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sup>
                    </m:sSup>
                  </m:oMath>
                </a14:m>
                <a:endParaRPr lang="en-IN" dirty="0"/>
              </a:p>
              <a:p>
                <a:r>
                  <a:rPr lang="en-US" dirty="0"/>
                  <a:t>Characteristics:</a:t>
                </a:r>
              </a:p>
              <a:p>
                <a:pPr marL="0" indent="0">
                  <a:buNone/>
                </a:pPr>
                <a:r>
                  <a:rPr lang="en-US" dirty="0"/>
                  <a:t>	✔ Linear</a:t>
                </a:r>
                <a:br>
                  <a:rPr lang="en-US" dirty="0"/>
                </a:br>
                <a:r>
                  <a:rPr lang="en-US" dirty="0"/>
                  <a:t>	✔ Better edge preservation</a:t>
                </a:r>
                <a:br>
                  <a:rPr lang="en-US" dirty="0"/>
                </a:br>
                <a:r>
                  <a:rPr lang="en-US" dirty="0"/>
                  <a:t>	✔ Controlled by σ</a:t>
                </a:r>
                <a:br>
                  <a:rPr lang="en-US" dirty="0"/>
                </a:br>
                <a:r>
                  <a:rPr lang="en-US" dirty="0"/>
                  <a:t>	✔ Used in Canny edge detection</a:t>
                </a:r>
              </a:p>
              <a:p>
                <a:endParaRPr lang="ar-AE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201D9F3-3754-0951-291F-32DE0C70D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6075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6669E-BD96-D32E-B9BA-7F8E7841B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Median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A62D9-96EA-6D70-E1BD-2206E6FA3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Unlike mean or Gaussian filters:</a:t>
                </a:r>
              </a:p>
              <a:p>
                <a:pPr lvl="1"/>
                <a:r>
                  <a:rPr lang="en-US" dirty="0"/>
                  <a:t> It does NOT average values</a:t>
                </a:r>
              </a:p>
              <a:p>
                <a:pPr lvl="1"/>
                <a:r>
                  <a:rPr lang="en-US" dirty="0"/>
                  <a:t>It sorts values in the neighborhood</a:t>
                </a:r>
              </a:p>
              <a:p>
                <a:pPr lvl="1"/>
                <a:r>
                  <a:rPr lang="en-US" dirty="0"/>
                  <a:t>It picks the median</a:t>
                </a:r>
              </a:p>
              <a:p>
                <a:r>
                  <a:rPr lang="en-US" dirty="0"/>
                  <a:t>So it is a </a:t>
                </a:r>
                <a:r>
                  <a:rPr lang="en-US" b="1" dirty="0"/>
                  <a:t>non-linear filter</a:t>
                </a:r>
                <a:r>
                  <a:rPr lang="en-US" dirty="0"/>
                  <a:t>.</a:t>
                </a:r>
              </a:p>
              <a:p>
                <a:r>
                  <a:rPr lang="en-IN" dirty="0"/>
                  <a:t>For a 3×3 window: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IN" i="1"/>
                        <m:t>median</m:t>
                      </m:r>
                      <m:d>
                        <m:dPr>
                          <m:begChr m:val="{"/>
                          <m:endChr m:val="}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𝑖𝑦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b="0" dirty="0"/>
              </a:p>
              <a:p>
                <a:pPr marL="0" indent="0">
                  <a:buNone/>
                </a:pPr>
                <a:r>
                  <a:rPr lang="en-IN" dirty="0"/>
                  <a:t>Where:</a:t>
                </a:r>
              </a:p>
              <a:p>
                <a:pPr marL="0" indent="0">
                  <a:buNone/>
                </a:pPr>
                <a:r>
                  <a:rPr lang="en-IN" dirty="0"/>
                  <a:t>	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input image</a:t>
                </a:r>
              </a:p>
              <a:p>
                <a:pPr marL="0" indent="0">
                  <a:buNone/>
                </a:pPr>
                <a:r>
                  <a:rPr lang="en-IN" dirty="0"/>
                  <a:t>	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filtered image</a:t>
                </a:r>
              </a:p>
              <a:p>
                <a:pPr marL="0" indent="0">
                  <a:buNone/>
                </a:pPr>
                <a:r>
                  <a:rPr lang="en-IN" dirty="0"/>
                  <a:t>	</a:t>
                </a:r>
                <a:r>
                  <a:rPr lang="en-IN" dirty="0" err="1"/>
                  <a:t>I,j</a:t>
                </a:r>
                <a:r>
                  <a:rPr lang="en-IN" dirty="0"/>
                  <a:t> (Neighbourhood )= surrounding pixels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A62D9-96EA-6D70-E1BD-2206E6FA3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2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9019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E5E69-DBB8-9A84-901B-F8902586E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7A0A3-2CAD-9B82-BB0A-D31121435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Applications</a:t>
            </a:r>
          </a:p>
          <a:p>
            <a:pPr marL="0" indent="0">
              <a:buNone/>
            </a:pPr>
            <a:r>
              <a:rPr lang="en-IN" dirty="0"/>
              <a:t>	✔ Biomedical images</a:t>
            </a:r>
            <a:br>
              <a:rPr lang="en-IN" dirty="0"/>
            </a:br>
            <a:r>
              <a:rPr lang="en-IN" dirty="0"/>
              <a:t>	✔ Surveillance systems</a:t>
            </a:r>
            <a:br>
              <a:rPr lang="en-IN" dirty="0"/>
            </a:br>
            <a:r>
              <a:rPr lang="en-IN" dirty="0"/>
              <a:t>	✔ Faulty sensor correction</a:t>
            </a:r>
            <a:br>
              <a:rPr lang="en-IN" dirty="0"/>
            </a:br>
            <a:r>
              <a:rPr lang="en-IN" dirty="0"/>
              <a:t>	✔ Preprocessing before segmentation</a:t>
            </a:r>
          </a:p>
          <a:p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6D878CB-0D83-26D1-06C6-95CD0D3075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4565085"/>
              </p:ext>
            </p:extLst>
          </p:nvPr>
        </p:nvGraphicFramePr>
        <p:xfrm>
          <a:off x="1847528" y="4293096"/>
          <a:ext cx="9144000" cy="17373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3519485393"/>
                    </a:ext>
                  </a:extLst>
                </a:gridCol>
                <a:gridCol w="1123528">
                  <a:extLst>
                    <a:ext uri="{9D8B030D-6E8A-4147-A177-3AD203B41FA5}">
                      <a16:colId xmlns:a16="http://schemas.microsoft.com/office/drawing/2014/main" val="3219441278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649547262"/>
                    </a:ext>
                  </a:extLst>
                </a:gridCol>
                <a:gridCol w="2130624">
                  <a:extLst>
                    <a:ext uri="{9D8B030D-6E8A-4147-A177-3AD203B41FA5}">
                      <a16:colId xmlns:a16="http://schemas.microsoft.com/office/drawing/2014/main" val="295990033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7523502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Filter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Linear?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Good for Gaussian Noise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Good for Salt &amp; Pepper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Edge Preservation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2395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3373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Gaussian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Good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155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Excellent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Excellent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9031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8352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181D6-A397-FF96-77EE-DF392A3CD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Rank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21B45-62C6-AF35-6F8F-4D1A75537E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Instead of median, choose kth element.</a:t>
            </a:r>
          </a:p>
          <a:p>
            <a:r>
              <a:rPr lang="en-IN" dirty="0"/>
              <a:t>Min filter → erosion</a:t>
            </a:r>
          </a:p>
          <a:p>
            <a:r>
              <a:rPr lang="en-IN" dirty="0"/>
              <a:t>Max filter → dilation</a:t>
            </a:r>
          </a:p>
        </p:txBody>
      </p:sp>
    </p:spTree>
    <p:extLst>
      <p:ext uri="{BB962C8B-B14F-4D97-AF65-F5344CB8AC3E}">
        <p14:creationId xmlns:p14="http://schemas.microsoft.com/office/powerpoint/2010/main" val="82527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CC8AF-72C7-78E6-5DDE-EDAB30E54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Erosion and Dilation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6D05F-B51C-A5F8-851E-1C960A2D25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They are </a:t>
            </a:r>
            <a:r>
              <a:rPr lang="en-IN" b="1" dirty="0"/>
              <a:t>morphological operations</a:t>
            </a:r>
            <a:r>
              <a:rPr lang="en-IN" dirty="0"/>
              <a:t> used to process shapes in images.</a:t>
            </a:r>
          </a:p>
          <a:p>
            <a:r>
              <a:rPr lang="en-IN" dirty="0"/>
              <a:t>They work using a small matrix called a </a:t>
            </a:r>
            <a:r>
              <a:rPr lang="en-IN" b="1" dirty="0"/>
              <a:t>structuring element (kernel)</a:t>
            </a:r>
            <a:r>
              <a:rPr lang="en-IN" dirty="0"/>
              <a:t>.</a:t>
            </a:r>
          </a:p>
          <a:p>
            <a:r>
              <a:rPr lang="en-IN" dirty="0"/>
              <a:t>They are commonly applied to:</a:t>
            </a:r>
          </a:p>
          <a:p>
            <a:pPr lvl="1"/>
            <a:r>
              <a:rPr lang="en-IN" dirty="0"/>
              <a:t>Binary images</a:t>
            </a:r>
          </a:p>
          <a:p>
            <a:pPr lvl="1"/>
            <a:r>
              <a:rPr lang="en-IN" dirty="0"/>
              <a:t>Grayscale images</a:t>
            </a:r>
          </a:p>
          <a:p>
            <a:pPr lvl="1"/>
            <a:r>
              <a:rPr lang="en-IN" dirty="0"/>
              <a:t>Segmented objects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Effect</a:t>
            </a:r>
          </a:p>
          <a:p>
            <a:pPr marL="0" indent="0">
              <a:buNone/>
            </a:pPr>
            <a:r>
              <a:rPr lang="en-IN" dirty="0"/>
              <a:t>	✔ Expands objects</a:t>
            </a:r>
            <a:br>
              <a:rPr lang="en-IN" dirty="0"/>
            </a:br>
            <a:r>
              <a:rPr lang="en-IN" dirty="0"/>
              <a:t>	✔ Fills small holes</a:t>
            </a:r>
            <a:br>
              <a:rPr lang="en-IN" dirty="0"/>
            </a:br>
            <a:r>
              <a:rPr lang="en-IN" dirty="0"/>
              <a:t>	✔ Connects nearby components</a:t>
            </a:r>
            <a:br>
              <a:rPr lang="en-IN" dirty="0"/>
            </a:br>
            <a:r>
              <a:rPr lang="en-IN" dirty="0"/>
              <a:t>	✔ Thickens boundaries</a:t>
            </a:r>
          </a:p>
        </p:txBody>
      </p:sp>
    </p:spTree>
    <p:extLst>
      <p:ext uri="{BB962C8B-B14F-4D97-AF65-F5344CB8AC3E}">
        <p14:creationId xmlns:p14="http://schemas.microsoft.com/office/powerpoint/2010/main" val="34854887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7936A-0E49-A77C-2A51-375E04F88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3D2F27-11CE-5CFC-B33B-5885F64A7D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IN" b="1" dirty="0"/>
                  <a:t>DILATION </a:t>
                </a:r>
              </a:p>
              <a:p>
                <a:r>
                  <a:rPr lang="en-IN" dirty="0"/>
                  <a:t>Dilation </a:t>
                </a:r>
                <a:r>
                  <a:rPr lang="en-IN" b="1" dirty="0"/>
                  <a:t>grows</a:t>
                </a:r>
                <a:r>
                  <a:rPr lang="en-IN" dirty="0"/>
                  <a:t> bright regions (white objects).</a:t>
                </a:r>
              </a:p>
              <a:p>
                <a:r>
                  <a:rPr lang="en-IN" dirty="0"/>
                  <a:t>It expands object boundaries.</a:t>
                </a:r>
                <a:br>
                  <a:rPr lang="en-IN" dirty="0"/>
                </a:br>
                <a:endParaRPr lang="en-IN" dirty="0"/>
              </a:p>
              <a:p>
                <a:r>
                  <a:rPr lang="en-IN" b="1" dirty="0"/>
                  <a:t>Mathematical Definition (Binary Image)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IN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IN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IN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d>
                            <m:dPr>
                              <m:endChr m:val="}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"/>
                                      <m:endChr m:val="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∅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IN" dirty="0"/>
                  <a:t>Simplified explanation:</a:t>
                </a:r>
              </a:p>
              <a:p>
                <a:r>
                  <a:rPr lang="en-IN" dirty="0"/>
                  <a:t>If ANY pixel under the kernel is white → output pixel becomes white.</a:t>
                </a:r>
              </a:p>
              <a:p>
                <a:r>
                  <a:rPr lang="en-IN" dirty="0"/>
                  <a:t>Original object → grows outward after dilation.</a:t>
                </a:r>
                <a:br>
                  <a:rPr lang="en-IN" dirty="0"/>
                </a:br>
                <a:endParaRPr lang="en-IN" dirty="0"/>
              </a:p>
              <a:p>
                <a:endParaRPr lang="en-IN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3D2F27-11CE-5CFC-B33B-5885F64A7D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67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1746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8CB1F-A559-A303-4744-775851E22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8D86A-87BE-3295-49A6-6F01471E0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EROSION</a:t>
            </a:r>
          </a:p>
          <a:p>
            <a:r>
              <a:rPr lang="en-IN" dirty="0"/>
              <a:t>Erosion </a:t>
            </a:r>
            <a:r>
              <a:rPr lang="en-IN" b="1" dirty="0"/>
              <a:t>shrinks</a:t>
            </a:r>
            <a:r>
              <a:rPr lang="en-IN" dirty="0"/>
              <a:t> bright regions.</a:t>
            </a:r>
          </a:p>
          <a:p>
            <a:r>
              <a:rPr lang="en-IN" dirty="0"/>
              <a:t>It removes boundary pixels.</a:t>
            </a:r>
          </a:p>
          <a:p>
            <a:r>
              <a:rPr lang="en-IN" dirty="0"/>
              <a:t>✔ Shrinks objects</a:t>
            </a:r>
            <a:br>
              <a:rPr lang="en-IN" dirty="0"/>
            </a:br>
            <a:r>
              <a:rPr lang="en-IN" dirty="0"/>
              <a:t>✔ Removes small noise</a:t>
            </a:r>
            <a:br>
              <a:rPr lang="en-IN" dirty="0"/>
            </a:br>
            <a:r>
              <a:rPr lang="en-IN" dirty="0"/>
              <a:t>✔ Breaks thin connections</a:t>
            </a:r>
            <a:br>
              <a:rPr lang="en-IN" dirty="0"/>
            </a:br>
            <a:r>
              <a:rPr lang="en-IN" dirty="0"/>
              <a:t>✔ Thins boundaries</a:t>
            </a:r>
          </a:p>
        </p:txBody>
      </p:sp>
    </p:spTree>
    <p:extLst>
      <p:ext uri="{BB962C8B-B14F-4D97-AF65-F5344CB8AC3E}">
        <p14:creationId xmlns:p14="http://schemas.microsoft.com/office/powerpoint/2010/main" val="3650375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AED4F-3E39-26B9-1F38-43039E149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67779D-E370-25AB-0F5B-2C280D780C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IN" b="1" dirty="0"/>
                  <a:t>Mathematical Definition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IN">
                          <a:latin typeface="Cambria Math" panose="02040503050406030204" pitchFamily="18" charset="0"/>
                        </a:rPr>
                        <m:t>⊖</m:t>
                      </m:r>
                      <m:r>
                        <a:rPr lang="en-IN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IN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d>
                            <m:dPr>
                              <m:endChr m:val="}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"/>
                                      <m:endChr m:val="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⊆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IN" dirty="0"/>
                  <a:t>Simplified explanation:</a:t>
                </a:r>
              </a:p>
              <a:p>
                <a:r>
                  <a:rPr lang="en-IN" dirty="0"/>
                  <a:t>Only if ALL pixels under kernel are white → output pixel remains white.</a:t>
                </a:r>
                <a:br>
                  <a:rPr lang="en-IN" dirty="0"/>
                </a:br>
                <a:endParaRPr lang="en-IN" dirty="0"/>
              </a:p>
              <a:p>
                <a:r>
                  <a:rPr lang="en-IN" b="1" dirty="0"/>
                  <a:t>Effect</a:t>
                </a:r>
              </a:p>
              <a:p>
                <a:r>
                  <a:rPr lang="en-IN" dirty="0"/>
                  <a:t>✔ Shrinks objects</a:t>
                </a:r>
                <a:br>
                  <a:rPr lang="en-IN" dirty="0"/>
                </a:br>
                <a:r>
                  <a:rPr lang="en-IN" dirty="0"/>
                  <a:t>✔ Removes small noise</a:t>
                </a:r>
                <a:br>
                  <a:rPr lang="en-IN" dirty="0"/>
                </a:br>
                <a:r>
                  <a:rPr lang="en-IN" dirty="0"/>
                  <a:t>✔ Breaks thin connections</a:t>
                </a:r>
                <a:br>
                  <a:rPr lang="en-IN" dirty="0"/>
                </a:br>
                <a:r>
                  <a:rPr lang="en-IN" dirty="0"/>
                  <a:t>✔ Thins boundaries</a:t>
                </a:r>
              </a:p>
              <a:p>
                <a:pPr marL="0" indent="0">
                  <a:buNone/>
                </a:pPr>
                <a:r>
                  <a:rPr lang="en-IN" b="1" dirty="0"/>
                  <a:t>Intuitive Explanation</a:t>
                </a:r>
              </a:p>
              <a:p>
                <a:r>
                  <a:rPr lang="en-IN" dirty="0"/>
                  <a:t>Dilation = “Add pixels”</a:t>
                </a:r>
              </a:p>
              <a:p>
                <a:r>
                  <a:rPr lang="en-IN" dirty="0"/>
                  <a:t>Erosion = “Remove pixels”</a:t>
                </a:r>
              </a:p>
              <a:p>
                <a:endParaRPr lang="en-IN" b="1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67779D-E370-25AB-0F5B-2C280D780C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0" t="-9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0158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7915A-8FFF-1E7B-DF74-D845A2659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5DD5C-E89C-9928-7828-330493D6D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48680"/>
            <a:ext cx="9972600" cy="114300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2D Fourier Transform (Image Frequency Analysis)</a:t>
            </a:r>
            <a:br>
              <a:rPr lang="en-IN" b="1" dirty="0"/>
            </a:b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D32EAF-8AFD-86D2-3DB3-FF3F7AE648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IN" dirty="0"/>
                  <a:t>When we move from 1D signals to images, we move from </a:t>
                </a:r>
                <a:r>
                  <a:rPr lang="en-IN" b="1" dirty="0"/>
                  <a:t>time → space</a:t>
                </a:r>
                <a:r>
                  <a:rPr lang="en-IN" dirty="0"/>
                  <a:t>.</a:t>
                </a:r>
              </a:p>
              <a:p>
                <a:r>
                  <a:rPr lang="en-IN" dirty="0"/>
                  <a:t>An image is a 2D signal:</a:t>
                </a:r>
              </a:p>
              <a:p>
                <a:pPr marL="0" indent="0">
                  <a:buNone/>
                </a:pPr>
                <a:r>
                  <a:rPr lang="en-IN" dirty="0"/>
                  <a:t>				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IN" dirty="0"/>
                  <a:t>)</a:t>
                </a:r>
                <a:endParaRPr lang="ar-AE" dirty="0"/>
              </a:p>
              <a:p>
                <a:r>
                  <a:rPr lang="en-IN" dirty="0"/>
                  <a:t>The </a:t>
                </a:r>
                <a:r>
                  <a:rPr lang="en-IN" b="1" dirty="0"/>
                  <a:t>2D Continuous Fourier Transform (2D-CFT)</a:t>
                </a:r>
                <a:r>
                  <a:rPr lang="en-IN" dirty="0"/>
                  <a:t> is:</a:t>
                </a:r>
              </a:p>
              <a:p>
                <a:endParaRPr lang="en-IN" dirty="0"/>
              </a:p>
              <a:p>
                <a:endParaRPr lang="en-IN" b="1" dirty="0"/>
              </a:p>
              <a:p>
                <a:r>
                  <a:rPr lang="en-IN" b="1" dirty="0"/>
                  <a:t>What does it mean?</a:t>
                </a:r>
              </a:p>
              <a:p>
                <a:pPr marL="0" indent="0">
                  <a:buNone/>
                </a:pPr>
                <a:r>
                  <a:rPr lang="en-IN" dirty="0"/>
                  <a:t>	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IN">
                        <a:latin typeface="Cambria Math" panose="02040503050406030204" pitchFamily="18" charset="0"/>
                      </a:rPr>
                      <m:t>,</m:t>
                    </m:r>
                    <m:r>
                      <a:rPr lang="en-IN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IN" dirty="0"/>
                  <a:t>→ spatial domain</a:t>
                </a:r>
              </a:p>
              <a:p>
                <a:pPr marL="0" indent="0">
                  <a:buNone/>
                </a:pPr>
                <a:r>
                  <a:rPr lang="en-IN" dirty="0"/>
                  <a:t>	</a:t>
                </a:r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IN">
                        <a:latin typeface="Cambria Math" panose="02040503050406030204" pitchFamily="18" charset="0"/>
                      </a:rPr>
                      <m:t>,</m:t>
                    </m:r>
                    <m:r>
                      <a:rPr lang="en-IN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IN" dirty="0"/>
                  <a:t>→ frequency domain</a:t>
                </a:r>
              </a:p>
              <a:p>
                <a:pPr marL="0" indent="0">
                  <a:buNone/>
                </a:pPr>
                <a:r>
                  <a:rPr lang="en-IN" dirty="0"/>
                  <a:t>	Low frequencies → smooth variations</a:t>
                </a:r>
              </a:p>
              <a:p>
                <a:pPr marL="0" indent="0">
                  <a:buNone/>
                </a:pPr>
                <a:r>
                  <a:rPr lang="en-IN" dirty="0"/>
                  <a:t>	High frequencies → edges &amp; sharp details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D32EAF-8AFD-86D2-3DB3-FF3F7AE648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67" t="-2000" b="-18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215B3E3-101B-9B86-B0CA-C28D75A943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01" t="34250" r="8700" b="40550"/>
          <a:stretch>
            <a:fillRect/>
          </a:stretch>
        </p:blipFill>
        <p:spPr>
          <a:xfrm>
            <a:off x="4799856" y="3284984"/>
            <a:ext cx="4608512" cy="961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56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AAC46-D0E6-A61B-02FF-B3FD10427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2CD31-55A6-EE3B-175E-50D3049BB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Image filtering</a:t>
            </a:r>
          </a:p>
          <a:p>
            <a:r>
              <a:rPr lang="en-IN" dirty="0"/>
              <a:t>Compression</a:t>
            </a:r>
          </a:p>
          <a:p>
            <a:r>
              <a:rPr lang="en-IN" dirty="0"/>
              <a:t>Pattern recognition</a:t>
            </a:r>
          </a:p>
          <a:p>
            <a:r>
              <a:rPr lang="en-IN" dirty="0"/>
              <a:t>Biomedical imaging etc</a:t>
            </a:r>
          </a:p>
        </p:txBody>
      </p:sp>
    </p:spTree>
    <p:extLst>
      <p:ext uri="{BB962C8B-B14F-4D97-AF65-F5344CB8AC3E}">
        <p14:creationId xmlns:p14="http://schemas.microsoft.com/office/powerpoint/2010/main" val="20632984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3F0BE-C8FB-20E5-8EE9-139CD235B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Discrete Fourier Transform(DFT)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AB80E8E-7480-0705-B033-EDDAFE02A8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IN" dirty="0"/>
                  <a:t>Now in digital systems , signals are discrete.</a:t>
                </a:r>
              </a:p>
              <a:p>
                <a:r>
                  <a:rPr lang="en-IN" dirty="0"/>
                  <a:t>For N samples: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𝑘𝑛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ar-AE" dirty="0"/>
              </a:p>
              <a:p>
                <a:r>
                  <a:rPr lang="en-IN" b="1" dirty="0"/>
                  <a:t>Why DFT matters:</a:t>
                </a:r>
              </a:p>
              <a:p>
                <a:pPr lvl="1"/>
                <a:r>
                  <a:rPr lang="en-IN" dirty="0"/>
                  <a:t>Implementable in software</a:t>
                </a:r>
              </a:p>
              <a:p>
                <a:pPr lvl="1"/>
                <a:r>
                  <a:rPr lang="en-IN" dirty="0"/>
                  <a:t>Used in FFT algorithms</a:t>
                </a:r>
              </a:p>
              <a:p>
                <a:pPr lvl="1"/>
                <a:r>
                  <a:rPr lang="en-IN" dirty="0"/>
                  <a:t>Image processing</a:t>
                </a:r>
              </a:p>
              <a:p>
                <a:pPr lvl="1"/>
                <a:r>
                  <a:rPr lang="en-IN" dirty="0"/>
                  <a:t>Audio processing</a:t>
                </a:r>
              </a:p>
              <a:p>
                <a:pPr lvl="1"/>
                <a:r>
                  <a:rPr lang="en-IN" dirty="0"/>
                  <a:t>Embedded DSP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AB80E8E-7480-0705-B033-EDDAFE02A8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768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DC38C-B935-CC0F-245B-0788725A1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2D DFT(for images)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1688E67-3C63-444F-8ACE-C5D7140C6C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99" t="30375" r="2127" b="37564"/>
          <a:stretch>
            <a:fillRect/>
          </a:stretch>
        </p:blipFill>
        <p:spPr>
          <a:xfrm>
            <a:off x="2999656" y="2276872"/>
            <a:ext cx="5400600" cy="136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514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05D6E-FDB3-4C52-65D8-D1FD95D0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Geometric Transformations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347F61-D9A1-06BA-2897-9924809983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Geometric transformations are fundamental operations in </a:t>
                </a:r>
                <a:r>
                  <a:rPr lang="en-IN" b="1" dirty="0"/>
                  <a:t>digital image processing</a:t>
                </a:r>
                <a:r>
                  <a:rPr lang="en-IN" dirty="0"/>
                  <a:t> and </a:t>
                </a:r>
                <a:r>
                  <a:rPr lang="en-IN" b="1" dirty="0"/>
                  <a:t>computer vision</a:t>
                </a:r>
                <a:r>
                  <a:rPr lang="en-IN" dirty="0"/>
                  <a:t>. They change the </a:t>
                </a:r>
                <a:r>
                  <a:rPr lang="en-IN" b="1" dirty="0"/>
                  <a:t>position, orientation, size, or shape</a:t>
                </a:r>
                <a:r>
                  <a:rPr lang="en-IN" dirty="0"/>
                  <a:t> of an image. These transformations map coordinates from one plane to another.</a:t>
                </a:r>
              </a:p>
              <a:p>
                <a:endParaRPr lang="en-IN" dirty="0"/>
              </a:p>
              <a:p>
                <a:r>
                  <a:rPr lang="en-IN" dirty="0"/>
                  <a:t>In general, a geometric transformation maps a point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IN" dirty="0"/>
                  <a:t>where the new coordinates are computed using mathematical functions.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347F61-D9A1-06BA-2897-9924809983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42320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AB176-CC97-CA7D-02E0-16695859D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604663-0B0E-EF63-DB36-2558778FA6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Geometric transformation refers to the </a:t>
                </a:r>
                <a:r>
                  <a:rPr lang="en-IN" b="1" dirty="0"/>
                  <a:t>mapping of image coordinates from one location to another</a:t>
                </a:r>
                <a:r>
                  <a:rPr lang="en-IN" dirty="0"/>
                  <a:t> while maintaining the relationship between pixels.</a:t>
                </a:r>
              </a:p>
              <a:p>
                <a:r>
                  <a:rPr lang="en-IN" dirty="0"/>
                  <a:t>The general form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IN" dirty="0"/>
                  <a:t>where</a:t>
                </a:r>
              </a:p>
              <a:p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original coordinate</a:t>
                </a:r>
              </a:p>
              <a:p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transformed coordinate</a:t>
                </a:r>
              </a:p>
              <a:p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IN" dirty="0"/>
                  <a:t>= transformation function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604663-0B0E-EF63-DB36-2558778FA6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67" t="-1429" r="-2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1791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BF948-0D1B-8D9C-AFB3-F2AAF0B163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9536" y="1412776"/>
            <a:ext cx="9144000" cy="4267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Common geometric operations include:</a:t>
            </a:r>
          </a:p>
          <a:p>
            <a:r>
              <a:rPr lang="en-US" b="1" dirty="0"/>
              <a:t>Translation</a:t>
            </a:r>
            <a:r>
              <a:rPr lang="en-US" dirty="0"/>
              <a:t> – shifting an image</a:t>
            </a:r>
          </a:p>
          <a:p>
            <a:r>
              <a:rPr lang="en-US" b="1" dirty="0"/>
              <a:t>Rotation</a:t>
            </a:r>
            <a:r>
              <a:rPr lang="en-US" dirty="0"/>
              <a:t> – rotating an image around a point</a:t>
            </a:r>
          </a:p>
          <a:p>
            <a:r>
              <a:rPr lang="en-US" b="1" dirty="0"/>
              <a:t>Scaling</a:t>
            </a:r>
            <a:r>
              <a:rPr lang="en-US" dirty="0"/>
              <a:t> – resizing the image</a:t>
            </a:r>
          </a:p>
          <a:p>
            <a:r>
              <a:rPr lang="en-US" b="1" dirty="0"/>
              <a:t>Shearing</a:t>
            </a:r>
            <a:r>
              <a:rPr lang="en-US" dirty="0"/>
              <a:t> – slanting the image</a:t>
            </a:r>
          </a:p>
          <a:p>
            <a:r>
              <a:rPr lang="en-US" b="1" dirty="0"/>
              <a:t>Reflection</a:t>
            </a:r>
            <a:r>
              <a:rPr lang="en-US" dirty="0"/>
              <a:t> – mirroring the image</a:t>
            </a:r>
          </a:p>
          <a:p>
            <a:pPr marL="0" indent="0">
              <a:buNone/>
            </a:pPr>
            <a:r>
              <a:rPr lang="en-US" dirty="0"/>
              <a:t>Most of these can be represented using </a:t>
            </a:r>
            <a:r>
              <a:rPr lang="en-US" b="1" dirty="0"/>
              <a:t>matrix operations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41289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A04CF-15C4-8330-6BA3-B4FFA15F0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Classification of Geometric Transformation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6CE716-028A-01E0-EAFE-397DF181DC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9496" y="1844824"/>
            <a:ext cx="9144000" cy="4267200"/>
          </a:xfrm>
        </p:spPr>
        <p:txBody>
          <a:bodyPr/>
          <a:lstStyle/>
          <a:p>
            <a:pPr marL="0" indent="0">
              <a:buNone/>
            </a:pPr>
            <a:r>
              <a:rPr lang="en-IN" dirty="0"/>
              <a:t>Geometric Transformations can be divided as </a:t>
            </a:r>
          </a:p>
          <a:p>
            <a:r>
              <a:rPr lang="en-IN" dirty="0"/>
              <a:t>Rigid transformation </a:t>
            </a:r>
          </a:p>
          <a:p>
            <a:r>
              <a:rPr lang="en-IN" dirty="0"/>
              <a:t>Similarity Transformation </a:t>
            </a:r>
          </a:p>
          <a:p>
            <a:r>
              <a:rPr lang="en-IN" dirty="0"/>
              <a:t>Affine Transformation</a:t>
            </a:r>
          </a:p>
          <a:p>
            <a:r>
              <a:rPr lang="en-IN" dirty="0"/>
              <a:t>Projective Transformations</a:t>
            </a:r>
          </a:p>
        </p:txBody>
      </p:sp>
    </p:spTree>
    <p:extLst>
      <p:ext uri="{BB962C8B-B14F-4D97-AF65-F5344CB8AC3E}">
        <p14:creationId xmlns:p14="http://schemas.microsoft.com/office/powerpoint/2010/main" val="8297934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0A8E8-A9A6-3874-A43B-0D8B9F0E2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Rigid Transformation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99691-4739-5679-D451-0C66FE06F9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N" dirty="0"/>
              <a:t>Rigid transformations preserve </a:t>
            </a:r>
            <a:r>
              <a:rPr lang="en-IN" b="1" dirty="0"/>
              <a:t>shape, size, distance, and angles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dirty="0"/>
              <a:t>Allowed operations:</a:t>
            </a:r>
          </a:p>
          <a:p>
            <a:r>
              <a:rPr lang="en-IN" b="1" dirty="0"/>
              <a:t>Translation</a:t>
            </a:r>
            <a:endParaRPr lang="en-IN" dirty="0"/>
          </a:p>
          <a:p>
            <a:r>
              <a:rPr lang="en-IN" b="1" dirty="0"/>
              <a:t>Rotation</a:t>
            </a:r>
            <a:endParaRPr lang="en-IN" dirty="0"/>
          </a:p>
          <a:p>
            <a:r>
              <a:rPr lang="en-IN" b="1" dirty="0"/>
              <a:t>Reflection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Properties preserved:</a:t>
            </a:r>
          </a:p>
          <a:p>
            <a:r>
              <a:rPr lang="en-IN" dirty="0"/>
              <a:t>Distance</a:t>
            </a:r>
          </a:p>
          <a:p>
            <a:r>
              <a:rPr lang="en-IN" dirty="0"/>
              <a:t>Angles</a:t>
            </a:r>
          </a:p>
          <a:p>
            <a:r>
              <a:rPr lang="en-IN" dirty="0"/>
              <a:t>Parallel lines</a:t>
            </a:r>
          </a:p>
          <a:p>
            <a:r>
              <a:rPr lang="en-IN" dirty="0"/>
              <a:t>Shape and size</a:t>
            </a:r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B3B44D4-12E4-CADE-7C6D-8E08D105FA2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IN" dirty="0"/>
                  <a:t>Example:</a:t>
                </a:r>
              </a:p>
              <a:p>
                <a:endParaRPr lang="en-IN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𝑦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𝑦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r>
                  <a:rPr lang="en-IN" dirty="0"/>
                  <a:t>Applications:</a:t>
                </a:r>
              </a:p>
              <a:p>
                <a:r>
                  <a:rPr lang="en-IN" dirty="0"/>
                  <a:t>Object tracking</a:t>
                </a:r>
              </a:p>
              <a:p>
                <a:r>
                  <a:rPr lang="en-IN" dirty="0"/>
                  <a:t>Robotics</a:t>
                </a:r>
              </a:p>
              <a:p>
                <a:r>
                  <a:rPr lang="en-IN" dirty="0"/>
                  <a:t>Computer graphics</a:t>
                </a:r>
              </a:p>
              <a:p>
                <a:endParaRPr lang="en-US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B3B44D4-12E4-CADE-7C6D-8E08D105FA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02" t="-199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96716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4BCF4-24E9-7EC9-0415-B858576D5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Similarity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5C796-CBE5-D71A-47C3-5921FDB9565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Similarity transformation allows </a:t>
            </a:r>
            <a:r>
              <a:rPr lang="en-US" b="1" dirty="0"/>
              <a:t>scaling along with rotation and translation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Operations allowed:</a:t>
            </a:r>
          </a:p>
          <a:p>
            <a:r>
              <a:rPr lang="en-US" dirty="0"/>
              <a:t>Translation</a:t>
            </a:r>
          </a:p>
          <a:p>
            <a:r>
              <a:rPr lang="en-US" dirty="0"/>
              <a:t>Rotation</a:t>
            </a:r>
          </a:p>
          <a:p>
            <a:r>
              <a:rPr lang="en-US" b="1" dirty="0"/>
              <a:t>Uniform scaling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Properties preserved:</a:t>
            </a:r>
          </a:p>
          <a:p>
            <a:r>
              <a:rPr lang="en-US" dirty="0"/>
              <a:t>Shape</a:t>
            </a:r>
          </a:p>
          <a:p>
            <a:r>
              <a:rPr lang="en-US" dirty="0"/>
              <a:t>Angles</a:t>
            </a:r>
          </a:p>
          <a:p>
            <a:r>
              <a:rPr lang="en-US" dirty="0"/>
              <a:t>Parallel lines</a:t>
            </a:r>
          </a:p>
          <a:p>
            <a:r>
              <a:rPr lang="en-US" dirty="0"/>
              <a:t>But </a:t>
            </a:r>
            <a:r>
              <a:rPr lang="en-US" b="1" dirty="0"/>
              <a:t>size changes</a:t>
            </a:r>
            <a:r>
              <a:rPr lang="en-US" dirty="0"/>
              <a:t>.</a:t>
            </a:r>
          </a:p>
          <a:p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8B8C304-8741-6523-3D35-5DE1CD9DCF1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IN" dirty="0"/>
                  <a:t>Example: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IN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  <m:func>
                            <m:func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IN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IN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  <m:func>
                            <m:func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IN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IN" dirty="0"/>
                  <a:t>Applications:</a:t>
                </a:r>
              </a:p>
              <a:p>
                <a:r>
                  <a:rPr lang="en-IN" dirty="0"/>
                  <a:t>Image resizing</a:t>
                </a:r>
              </a:p>
              <a:p>
                <a:r>
                  <a:rPr lang="en-IN" dirty="0"/>
                  <a:t>Object detection</a:t>
                </a:r>
              </a:p>
              <a:p>
                <a:r>
                  <a:rPr lang="en-IN" dirty="0"/>
                  <a:t>Pattern recognition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8B8C304-8741-6523-3D35-5DE1CD9DCF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983" t="-199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32534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F4889-0F75-683B-7377-5EE4FE37E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Affine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33E58-F394-02B2-20B9-F0CD862E55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Affine transformation is </a:t>
            </a:r>
            <a:r>
              <a:rPr lang="en-US" b="1" dirty="0"/>
              <a:t>more general than similarity transformation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Operations allowed:</a:t>
            </a:r>
          </a:p>
          <a:p>
            <a:r>
              <a:rPr lang="en-US" dirty="0"/>
              <a:t>Translation</a:t>
            </a:r>
          </a:p>
          <a:p>
            <a:r>
              <a:rPr lang="en-US" dirty="0"/>
              <a:t>Rotation</a:t>
            </a:r>
          </a:p>
          <a:p>
            <a:r>
              <a:rPr lang="en-US" dirty="0"/>
              <a:t>Scaling</a:t>
            </a:r>
          </a:p>
          <a:p>
            <a:r>
              <a:rPr lang="en-US" b="1" dirty="0"/>
              <a:t>Shearing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Properties preserved:</a:t>
            </a:r>
          </a:p>
          <a:p>
            <a:r>
              <a:rPr lang="en-US" dirty="0"/>
              <a:t>Straight lines remain straight</a:t>
            </a:r>
          </a:p>
          <a:p>
            <a:r>
              <a:rPr lang="en-US" dirty="0"/>
              <a:t>Parallel lines remain parallel</a:t>
            </a:r>
          </a:p>
          <a:p>
            <a:r>
              <a:rPr lang="en-US" dirty="0"/>
              <a:t>But </a:t>
            </a:r>
            <a:r>
              <a:rPr lang="en-US" b="1" dirty="0"/>
              <a:t>angles and lengths are not preserved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CECE8C8-7766-6989-4042-50729A81C72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IN" dirty="0"/>
                  <a:t>Matrix form: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p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IN" dirty="0"/>
                  <a:t>Applications:</a:t>
                </a:r>
              </a:p>
              <a:p>
                <a:r>
                  <a:rPr lang="en-IN" dirty="0"/>
                  <a:t>Image registration</a:t>
                </a:r>
              </a:p>
              <a:p>
                <a:r>
                  <a:rPr lang="en-IN" dirty="0"/>
                  <a:t>Image alignment</a:t>
                </a:r>
              </a:p>
              <a:p>
                <a:r>
                  <a:rPr lang="en-IN" dirty="0"/>
                  <a:t>Texture mapping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CECE8C8-7766-6989-4042-50729A81C7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983" t="-199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89791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7C425-697D-C47A-3875-86404175A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Projective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99D0A-E7F3-9D3F-2B00-355F6E48BC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Projective transformation (</a:t>
            </a:r>
            <a:r>
              <a:rPr lang="en-US" dirty="0" err="1"/>
              <a:t>homography</a:t>
            </a:r>
            <a:r>
              <a:rPr lang="en-US" dirty="0"/>
              <a:t>) is the </a:t>
            </a:r>
            <a:r>
              <a:rPr lang="en-US" b="1" dirty="0"/>
              <a:t>most general geometric transformation used in image processing</a:t>
            </a:r>
            <a:r>
              <a:rPr lang="en-US" dirty="0"/>
              <a:t>.</a:t>
            </a:r>
          </a:p>
          <a:p>
            <a:r>
              <a:rPr lang="en-US" dirty="0"/>
              <a:t>Operations allowed:</a:t>
            </a:r>
          </a:p>
          <a:p>
            <a:r>
              <a:rPr lang="en-US" dirty="0"/>
              <a:t>All affine operations</a:t>
            </a:r>
          </a:p>
          <a:p>
            <a:r>
              <a:rPr lang="en-US" b="1" dirty="0"/>
              <a:t>Perspective distortion</a:t>
            </a:r>
            <a:endParaRPr lang="en-US" dirty="0"/>
          </a:p>
          <a:p>
            <a:r>
              <a:rPr lang="en-US" dirty="0"/>
              <a:t>Properties preserved:</a:t>
            </a:r>
          </a:p>
          <a:p>
            <a:r>
              <a:rPr lang="en-US" dirty="0"/>
              <a:t>Straight lines remain straight</a:t>
            </a:r>
          </a:p>
          <a:p>
            <a:pPr marL="0" indent="0">
              <a:buNone/>
            </a:pPr>
            <a:r>
              <a:rPr lang="en-US" dirty="0"/>
              <a:t>But:</a:t>
            </a:r>
          </a:p>
          <a:p>
            <a:r>
              <a:rPr lang="en-US" dirty="0"/>
              <a:t>Parallel lines may intersect.</a:t>
            </a:r>
          </a:p>
          <a:p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9D0E999-1C3A-7534-9E1D-66494CEB811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IN" dirty="0"/>
                  <a:t>Matrix form: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p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IN" dirty="0"/>
                  <a:t>Applications:</a:t>
                </a:r>
              </a:p>
              <a:p>
                <a:r>
                  <a:rPr lang="en-IN" dirty="0"/>
                  <a:t>Perspective correction</a:t>
                </a:r>
              </a:p>
              <a:p>
                <a:r>
                  <a:rPr lang="en-IN" dirty="0"/>
                  <a:t>Image stitching</a:t>
                </a:r>
              </a:p>
              <a:p>
                <a:r>
                  <a:rPr lang="en-IN" dirty="0"/>
                  <a:t>Augmented reality</a:t>
                </a:r>
              </a:p>
              <a:p>
                <a:r>
                  <a:rPr lang="en-IN" dirty="0"/>
                  <a:t>Camera calibration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9D0E999-1C3A-7534-9E1D-66494CEB81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1404" t="-185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40915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8D976-5086-D2BF-6825-295F227AA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Relationship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2B5F8E-24F7-750E-2E5C-E1D94D5F87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b="1" dirty="0"/>
                  <a:t>Finally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>
                          <a:latin typeface="Cambria Math" panose="02040503050406030204" pitchFamily="18" charset="0"/>
                        </a:rPr>
                        <m:t>𝑅𝑖𝑔𝑖𝑑</m:t>
                      </m:r>
                      <m:r>
                        <a:rPr lang="en-IN">
                          <a:latin typeface="Cambria Math" panose="02040503050406030204" pitchFamily="18" charset="0"/>
                        </a:rPr>
                        <m:t>⊂</m:t>
                      </m:r>
                      <m:r>
                        <a:rPr lang="en-IN" i="1">
                          <a:latin typeface="Cambria Math" panose="02040503050406030204" pitchFamily="18" charset="0"/>
                        </a:rPr>
                        <m:t>𝑆𝑖𝑚𝑖𝑙𝑎𝑟𝑖𝑡𝑦</m:t>
                      </m:r>
                      <m:r>
                        <a:rPr lang="en-IN">
                          <a:latin typeface="Cambria Math" panose="02040503050406030204" pitchFamily="18" charset="0"/>
                        </a:rPr>
                        <m:t>⊂</m:t>
                      </m:r>
                      <m:r>
                        <a:rPr lang="en-IN" i="1">
                          <a:latin typeface="Cambria Math" panose="02040503050406030204" pitchFamily="18" charset="0"/>
                        </a:rPr>
                        <m:t>𝐴𝑓𝑓𝑖𝑛𝑒</m:t>
                      </m:r>
                      <m:r>
                        <a:rPr lang="en-IN">
                          <a:latin typeface="Cambria Math" panose="02040503050406030204" pitchFamily="18" charset="0"/>
                        </a:rPr>
                        <m:t>⊂</m:t>
                      </m:r>
                      <m:r>
                        <a:rPr lang="en-IN" i="1">
                          <a:latin typeface="Cambria Math" panose="02040503050406030204" pitchFamily="18" charset="0"/>
                        </a:rPr>
                        <m:t>𝑃𝑟𝑜𝑗𝑒𝑐𝑡𝑖𝑣𝑒</m:t>
                      </m:r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2B5F8E-24F7-750E-2E5C-E1D94D5F8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7431595"/>
      </p:ext>
    </p:extLst>
  </p:cSld>
  <p:clrMapOvr>
    <a:masterClrMapping/>
  </p:clrMapOvr>
</p:sld>
</file>

<file path=ppt/theme/theme1.xml><?xml version="1.0" encoding="utf-8"?>
<a:theme xmlns:a="http://schemas.openxmlformats.org/drawingml/2006/main" name="Tech Computer 16x9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901026.potx" id="{FD85E87A-7813-4F67-9E59-69B5487A1910}" vid="{BDF94C36-3ACF-4CF1-939F-F4211E6D666F}"/>
    </a:ext>
  </a:extLst>
</a:theme>
</file>

<file path=ppt/theme/theme2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3039</TotalTime>
  <Words>1137</Words>
  <Application>Microsoft Office PowerPoint</Application>
  <PresentationFormat>Widescreen</PresentationFormat>
  <Paragraphs>253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Cambria Math</vt:lpstr>
      <vt:lpstr>Candara</vt:lpstr>
      <vt:lpstr>Consolas</vt:lpstr>
      <vt:lpstr>Tech Computer 16x9</vt:lpstr>
      <vt:lpstr>Computer Vision – Module 2</vt:lpstr>
      <vt:lpstr>Image Enhancement - Overview</vt:lpstr>
      <vt:lpstr>Contrast Enhancement </vt:lpstr>
      <vt:lpstr>PowerPoint Presentation</vt:lpstr>
      <vt:lpstr>Contrast Normalisation</vt:lpstr>
      <vt:lpstr>PowerPoint Presentation</vt:lpstr>
      <vt:lpstr>Image Smoothing</vt:lpstr>
      <vt:lpstr>Mean Filter</vt:lpstr>
      <vt:lpstr>Gaussian Filter</vt:lpstr>
      <vt:lpstr>Median Filter</vt:lpstr>
      <vt:lpstr>PowerPoint Presentation</vt:lpstr>
      <vt:lpstr>Rank Filters</vt:lpstr>
      <vt:lpstr>Erosion and Dilation</vt:lpstr>
      <vt:lpstr>PowerPoint Presentation</vt:lpstr>
      <vt:lpstr>PowerPoint Presentation</vt:lpstr>
      <vt:lpstr>PowerPoint Presentation</vt:lpstr>
      <vt:lpstr>2D Fourier Transform (Image Frequency Analysis) </vt:lpstr>
      <vt:lpstr>PowerPoint Presentation</vt:lpstr>
      <vt:lpstr>Discrete Fourier Transform(DFT)</vt:lpstr>
      <vt:lpstr>2D DFT(for images)</vt:lpstr>
      <vt:lpstr>Geometric Transformations</vt:lpstr>
      <vt:lpstr>PowerPoint Presentation</vt:lpstr>
      <vt:lpstr>PowerPoint Presentation</vt:lpstr>
      <vt:lpstr>Classification of Geometric Transformation</vt:lpstr>
      <vt:lpstr>Rigid Transformation </vt:lpstr>
      <vt:lpstr>Similarity transformation</vt:lpstr>
      <vt:lpstr>Affine transformation</vt:lpstr>
      <vt:lpstr>Projective Transformation</vt:lpstr>
      <vt:lpstr>Relationship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Sreejith Rajan</dc:creator>
  <cp:lastModifiedBy>Sreejith Rajan</cp:lastModifiedBy>
  <cp:revision>42</cp:revision>
  <dcterms:created xsi:type="dcterms:W3CDTF">2026-01-28T09:27:21Z</dcterms:created>
  <dcterms:modified xsi:type="dcterms:W3CDTF">2026-03-11T12:43:10Z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