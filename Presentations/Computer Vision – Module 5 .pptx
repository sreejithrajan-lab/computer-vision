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2B0D-43A0-494E-A4D4-1828271DDC57}" v="180" dt="2026-02-04T08:29:24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modSld sldOrd">
      <pc:chgData name="Sreejith Rajan" userId="ec11bca0e4bee75f" providerId="LiveId" clId="{7B4F392D-EAB3-4CE7-903E-F84869825F47}" dt="2026-02-04T13:28:34.480" v="2087" actId="14100"/>
      <pc:docMkLst>
        <pc:docMk/>
      </pc:docMkLst>
      <pc:sldChg chg="modSp mod">
        <pc:chgData name="Sreejith Rajan" userId="ec11bca0e4bee75f" providerId="LiveId" clId="{7B4F392D-EAB3-4CE7-903E-F84869825F47}" dt="2026-02-04T07:59:58.753" v="1725" actId="6549"/>
        <pc:sldMkLst>
          <pc:docMk/>
          <pc:sldMk cId="242453831" sldId="256"/>
        </pc:sldMkLst>
        <pc:spChg chg="mod">
          <ac:chgData name="Sreejith Rajan" userId="ec11bca0e4bee75f" providerId="LiveId" clId="{7B4F392D-EAB3-4CE7-903E-F84869825F47}" dt="2026-02-04T07:59:58.753" v="1725" actId="6549"/>
          <ac:spMkLst>
            <pc:docMk/>
            <pc:sldMk cId="242453831" sldId="256"/>
            <ac:spMk id="3" creationId="{00000000-0000-0000-0000-000000000000}"/>
          </ac:spMkLst>
        </pc:spChg>
      </pc:sldChg>
      <pc:sldChg chg="modSp mod">
        <pc:chgData name="Sreejith Rajan" userId="ec11bca0e4bee75f" providerId="LiveId" clId="{7B4F392D-EAB3-4CE7-903E-F84869825F47}" dt="2026-01-28T11:14:32.433" v="381" actId="113"/>
        <pc:sldMkLst>
          <pc:docMk/>
          <pc:sldMk cId="2949394097" sldId="277"/>
        </pc:sldMkLst>
        <pc:spChg chg="mod">
          <ac:chgData name="Sreejith Rajan" userId="ec11bca0e4bee75f" providerId="LiveId" clId="{7B4F392D-EAB3-4CE7-903E-F84869825F47}" dt="2026-01-28T11:14:32.433" v="381" actId="113"/>
          <ac:spMkLst>
            <pc:docMk/>
            <pc:sldMk cId="2949394097" sldId="277"/>
            <ac:spMk id="3" creationId="{969F247C-BC93-52DB-77E7-71348FF77D03}"/>
          </ac:spMkLst>
        </pc:spChg>
      </pc:sldChg>
      <pc:sldChg chg="addSp delSp modSp new mod">
        <pc:chgData name="Sreejith Rajan" userId="ec11bca0e4bee75f" providerId="LiveId" clId="{7B4F392D-EAB3-4CE7-903E-F84869825F47}" dt="2026-01-28T11:07:09.576" v="299" actId="20577"/>
        <pc:sldMkLst>
          <pc:docMk/>
          <pc:sldMk cId="577398395" sldId="281"/>
        </pc:sldMkLst>
        <pc:spChg chg="mod">
          <ac:chgData name="Sreejith Rajan" userId="ec11bca0e4bee75f" providerId="LiveId" clId="{7B4F392D-EAB3-4CE7-903E-F84869825F47}" dt="2026-01-28T11:00:10.388" v="32" actId="20577"/>
          <ac:spMkLst>
            <pc:docMk/>
            <pc:sldMk cId="577398395" sldId="281"/>
            <ac:spMk id="2" creationId="{16B3C73F-CDA9-DD6C-267F-97D502340C6E}"/>
          </ac:spMkLst>
        </pc:spChg>
        <pc:spChg chg="add del mod">
          <ac:chgData name="Sreejith Rajan" userId="ec11bca0e4bee75f" providerId="LiveId" clId="{7B4F392D-EAB3-4CE7-903E-F84869825F47}" dt="2026-01-28T11:07:09.576" v="299" actId="20577"/>
          <ac:spMkLst>
            <pc:docMk/>
            <pc:sldMk cId="577398395" sldId="281"/>
            <ac:spMk id="3" creationId="{91DC38E5-E1BA-BDBA-3A7D-013F812C149C}"/>
          </ac:spMkLst>
        </pc:spChg>
      </pc:sldChg>
      <pc:sldChg chg="modSp add mod">
        <pc:chgData name="Sreejith Rajan" userId="ec11bca0e4bee75f" providerId="LiveId" clId="{7B4F392D-EAB3-4CE7-903E-F84869825F47}" dt="2026-01-28T11:12:20.889" v="380" actId="20577"/>
        <pc:sldMkLst>
          <pc:docMk/>
          <pc:sldMk cId="496715533" sldId="282"/>
        </pc:sldMkLst>
        <pc:spChg chg="mod">
          <ac:chgData name="Sreejith Rajan" userId="ec11bca0e4bee75f" providerId="LiveId" clId="{7B4F392D-EAB3-4CE7-903E-F84869825F47}" dt="2026-01-28T11:10:43.259" v="338" actId="20577"/>
          <ac:spMkLst>
            <pc:docMk/>
            <pc:sldMk cId="496715533" sldId="282"/>
            <ac:spMk id="2" creationId="{79F203E6-B395-60BD-8553-7869DA7569D3}"/>
          </ac:spMkLst>
        </pc:spChg>
        <pc:spChg chg="mod">
          <ac:chgData name="Sreejith Rajan" userId="ec11bca0e4bee75f" providerId="LiveId" clId="{7B4F392D-EAB3-4CE7-903E-F84869825F47}" dt="2026-01-28T11:12:20.889" v="380" actId="20577"/>
          <ac:spMkLst>
            <pc:docMk/>
            <pc:sldMk cId="496715533" sldId="282"/>
            <ac:spMk id="3" creationId="{31E74F7A-C7FB-FC2F-19AE-479543AA5FF5}"/>
          </ac:spMkLst>
        </pc:spChg>
      </pc:sldChg>
      <pc:sldChg chg="addSp delSp modSp new mod">
        <pc:chgData name="Sreejith Rajan" userId="ec11bca0e4bee75f" providerId="LiveId" clId="{7B4F392D-EAB3-4CE7-903E-F84869825F47}" dt="2026-01-28T12:29:00.098" v="454" actId="1076"/>
        <pc:sldMkLst>
          <pc:docMk/>
          <pc:sldMk cId="3476075454" sldId="283"/>
        </pc:sldMkLst>
        <pc:spChg chg="mod">
          <ac:chgData name="Sreejith Rajan" userId="ec11bca0e4bee75f" providerId="LiveId" clId="{7B4F392D-EAB3-4CE7-903E-F84869825F47}" dt="2026-01-28T12:28:41.328" v="449" actId="20577"/>
          <ac:spMkLst>
            <pc:docMk/>
            <pc:sldMk cId="3476075454" sldId="283"/>
            <ac:spMk id="2" creationId="{A07D470A-F35B-E369-AE37-3E931EF4B4DC}"/>
          </ac:spMkLst>
        </pc:spChg>
        <pc:picChg chg="add mod">
          <ac:chgData name="Sreejith Rajan" userId="ec11bca0e4bee75f" providerId="LiveId" clId="{7B4F392D-EAB3-4CE7-903E-F84869825F47}" dt="2026-01-28T12:29:00.098" v="454" actId="1076"/>
          <ac:picMkLst>
            <pc:docMk/>
            <pc:sldMk cId="3476075454" sldId="283"/>
            <ac:picMk id="5" creationId="{F66F1145-C370-6EFA-C993-F57E3245DDB2}"/>
          </ac:picMkLst>
        </pc:picChg>
      </pc:sldChg>
      <pc:sldChg chg="modSp new mod">
        <pc:chgData name="Sreejith Rajan" userId="ec11bca0e4bee75f" providerId="LiveId" clId="{7B4F392D-EAB3-4CE7-903E-F84869825F47}" dt="2026-01-29T08:26:13.028" v="673" actId="20577"/>
        <pc:sldMkLst>
          <pc:docMk/>
          <pc:sldMk cId="1078901978" sldId="284"/>
        </pc:sldMkLst>
        <pc:spChg chg="mod">
          <ac:chgData name="Sreejith Rajan" userId="ec11bca0e4bee75f" providerId="LiveId" clId="{7B4F392D-EAB3-4CE7-903E-F84869825F47}" dt="2026-01-29T08:22:49.645" v="507" actId="20577"/>
          <ac:spMkLst>
            <pc:docMk/>
            <pc:sldMk cId="1078901978" sldId="284"/>
            <ac:spMk id="2" creationId="{DB86669E-BD96-D32E-B9BA-7F8E7841B0C9}"/>
          </ac:spMkLst>
        </pc:spChg>
        <pc:spChg chg="mod">
          <ac:chgData name="Sreejith Rajan" userId="ec11bca0e4bee75f" providerId="LiveId" clId="{7B4F392D-EAB3-4CE7-903E-F84869825F47}" dt="2026-01-29T08:26:13.028" v="673" actId="20577"/>
          <ac:spMkLst>
            <pc:docMk/>
            <pc:sldMk cId="1078901978" sldId="284"/>
            <ac:spMk id="3" creationId="{694A62D9-96EA-6D70-E1BD-2206E6FA391A}"/>
          </ac:spMkLst>
        </pc:spChg>
      </pc:sldChg>
      <pc:sldChg chg="addSp delSp modSp new mod">
        <pc:chgData name="Sreejith Rajan" userId="ec11bca0e4bee75f" providerId="LiveId" clId="{7B4F392D-EAB3-4CE7-903E-F84869825F47}" dt="2026-01-29T08:31:47.847" v="819" actId="20577"/>
        <pc:sldMkLst>
          <pc:docMk/>
          <pc:sldMk cId="4118352869" sldId="285"/>
        </pc:sldMkLst>
        <pc:spChg chg="mod">
          <ac:chgData name="Sreejith Rajan" userId="ec11bca0e4bee75f" providerId="LiveId" clId="{7B4F392D-EAB3-4CE7-903E-F84869825F47}" dt="2026-01-29T08:26:29.235" v="688" actId="20577"/>
          <ac:spMkLst>
            <pc:docMk/>
            <pc:sldMk cId="4118352869" sldId="285"/>
            <ac:spMk id="2" creationId="{57EE5E69-DBB8-9A84-901B-F8902586ED84}"/>
          </ac:spMkLst>
        </pc:spChg>
        <pc:spChg chg="add del mod">
          <ac:chgData name="Sreejith Rajan" userId="ec11bca0e4bee75f" providerId="LiveId" clId="{7B4F392D-EAB3-4CE7-903E-F84869825F47}" dt="2026-01-29T08:31:47.847" v="819" actId="20577"/>
          <ac:spMkLst>
            <pc:docMk/>
            <pc:sldMk cId="4118352869" sldId="285"/>
            <ac:spMk id="3" creationId="{5207A0A3-2CAD-9B82-BB0A-D31121435AF1}"/>
          </ac:spMkLst>
        </pc:spChg>
        <pc:picChg chg="add mod">
          <ac:chgData name="Sreejith Rajan" userId="ec11bca0e4bee75f" providerId="LiveId" clId="{7B4F392D-EAB3-4CE7-903E-F84869825F47}" dt="2026-01-29T08:29:21.543" v="718" actId="1076"/>
          <ac:picMkLst>
            <pc:docMk/>
            <pc:sldMk cId="4118352869" sldId="285"/>
            <ac:picMk id="6" creationId="{FF939A5D-87AE-E08F-A0EB-2A792D733730}"/>
          </ac:picMkLst>
        </pc:picChg>
        <pc:picChg chg="add mod modCrop">
          <ac:chgData name="Sreejith Rajan" userId="ec11bca0e4bee75f" providerId="LiveId" clId="{7B4F392D-EAB3-4CE7-903E-F84869825F47}" dt="2026-01-29T08:30:23.703" v="726" actId="14100"/>
          <ac:picMkLst>
            <pc:docMk/>
            <pc:sldMk cId="4118352869" sldId="285"/>
            <ac:picMk id="8" creationId="{EEEEDC4D-FE28-2CFA-F1F5-328088FA27CA}"/>
          </ac:picMkLst>
        </pc:picChg>
      </pc:sldChg>
      <pc:sldChg chg="addSp delSp modSp new mod">
        <pc:chgData name="Sreejith Rajan" userId="ec11bca0e4bee75f" providerId="LiveId" clId="{7B4F392D-EAB3-4CE7-903E-F84869825F47}" dt="2026-01-29T09:28:57.892" v="850" actId="1076"/>
        <pc:sldMkLst>
          <pc:docMk/>
          <pc:sldMk cId="8252786" sldId="286"/>
        </pc:sldMkLst>
        <pc:spChg chg="mod">
          <ac:chgData name="Sreejith Rajan" userId="ec11bca0e4bee75f" providerId="LiveId" clId="{7B4F392D-EAB3-4CE7-903E-F84869825F47}" dt="2026-01-29T09:25:58.469" v="833" actId="20577"/>
          <ac:spMkLst>
            <pc:docMk/>
            <pc:sldMk cId="8252786" sldId="286"/>
            <ac:spMk id="2" creationId="{E1C181D6-A397-FF96-77EE-DF392A3CD488}"/>
          </ac:spMkLst>
        </pc:spChg>
        <pc:spChg chg="mod">
          <ac:chgData name="Sreejith Rajan" userId="ec11bca0e4bee75f" providerId="LiveId" clId="{7B4F392D-EAB3-4CE7-903E-F84869825F47}" dt="2026-01-29T09:26:43.747" v="841" actId="20577"/>
          <ac:spMkLst>
            <pc:docMk/>
            <pc:sldMk cId="8252786" sldId="286"/>
            <ac:spMk id="3" creationId="{BCE21B45-62C6-AF35-6F8F-4D1A75537E7E}"/>
          </ac:spMkLst>
        </pc:spChg>
        <pc:picChg chg="add mod modCrop">
          <ac:chgData name="Sreejith Rajan" userId="ec11bca0e4bee75f" providerId="LiveId" clId="{7B4F392D-EAB3-4CE7-903E-F84869825F47}" dt="2026-01-29T09:28:57.892" v="850" actId="1076"/>
          <ac:picMkLst>
            <pc:docMk/>
            <pc:sldMk cId="8252786" sldId="286"/>
            <ac:picMk id="5" creationId="{04FE6E30-ACFB-29A7-1C9E-5F230EC40A9F}"/>
          </ac:picMkLst>
        </pc:picChg>
      </pc:sldChg>
      <pc:sldChg chg="modSp new mod">
        <pc:chgData name="Sreejith Rajan" userId="ec11bca0e4bee75f" providerId="LiveId" clId="{7B4F392D-EAB3-4CE7-903E-F84869825F47}" dt="2026-01-29T09:32:16.136" v="963" actId="20577"/>
        <pc:sldMkLst>
          <pc:docMk/>
          <pc:sldMk cId="2061746392" sldId="287"/>
        </pc:sldMkLst>
        <pc:spChg chg="mod">
          <ac:chgData name="Sreejith Rajan" userId="ec11bca0e4bee75f" providerId="LiveId" clId="{7B4F392D-EAB3-4CE7-903E-F84869825F47}" dt="2026-01-29T09:29:12.335" v="867" actId="20577"/>
          <ac:spMkLst>
            <pc:docMk/>
            <pc:sldMk cId="2061746392" sldId="287"/>
            <ac:spMk id="2" creationId="{3FD7936A-0E49-A77C-2A51-375E04F88356}"/>
          </ac:spMkLst>
        </pc:spChg>
        <pc:spChg chg="mod">
          <ac:chgData name="Sreejith Rajan" userId="ec11bca0e4bee75f" providerId="LiveId" clId="{7B4F392D-EAB3-4CE7-903E-F84869825F47}" dt="2026-01-29T09:32:16.136" v="963" actId="20577"/>
          <ac:spMkLst>
            <pc:docMk/>
            <pc:sldMk cId="2061746392" sldId="287"/>
            <ac:spMk id="3" creationId="{D43D2F27-11CE-5CFC-B33B-5885F64A7D3A}"/>
          </ac:spMkLst>
        </pc:spChg>
      </pc:sldChg>
      <pc:sldChg chg="addSp modSp new mod">
        <pc:chgData name="Sreejith Rajan" userId="ec11bca0e4bee75f" providerId="LiveId" clId="{7B4F392D-EAB3-4CE7-903E-F84869825F47}" dt="2026-01-29T09:34:54.589" v="993" actId="1076"/>
        <pc:sldMkLst>
          <pc:docMk/>
          <pc:sldMk cId="3650375048" sldId="288"/>
        </pc:sldMkLst>
        <pc:spChg chg="mod">
          <ac:chgData name="Sreejith Rajan" userId="ec11bca0e4bee75f" providerId="LiveId" clId="{7B4F392D-EAB3-4CE7-903E-F84869825F47}" dt="2026-01-29T09:32:57.991" v="975" actId="20577"/>
          <ac:spMkLst>
            <pc:docMk/>
            <pc:sldMk cId="3650375048" sldId="288"/>
            <ac:spMk id="2" creationId="{BD28CB1F-A559-A303-4744-775851E22599}"/>
          </ac:spMkLst>
        </pc:spChg>
        <pc:spChg chg="mod">
          <ac:chgData name="Sreejith Rajan" userId="ec11bca0e4bee75f" providerId="LiveId" clId="{7B4F392D-EAB3-4CE7-903E-F84869825F47}" dt="2026-01-29T09:33:38.347" v="988" actId="20577"/>
          <ac:spMkLst>
            <pc:docMk/>
            <pc:sldMk cId="3650375048" sldId="288"/>
            <ac:spMk id="3" creationId="{F018D86A-87BE-3295-49A6-6F01471E0EF5}"/>
          </ac:spMkLst>
        </pc:spChg>
        <pc:picChg chg="add mod modCrop">
          <ac:chgData name="Sreejith Rajan" userId="ec11bca0e4bee75f" providerId="LiveId" clId="{7B4F392D-EAB3-4CE7-903E-F84869825F47}" dt="2026-01-29T09:34:54.589" v="993" actId="1076"/>
          <ac:picMkLst>
            <pc:docMk/>
            <pc:sldMk cId="3650375048" sldId="288"/>
            <ac:picMk id="5" creationId="{ED57B221-1DC5-044B-3A58-35E842DA1039}"/>
          </ac:picMkLst>
        </pc:picChg>
      </pc:sldChg>
      <pc:sldChg chg="addSp modSp new mod">
        <pc:chgData name="Sreejith Rajan" userId="ec11bca0e4bee75f" providerId="LiveId" clId="{7B4F392D-EAB3-4CE7-903E-F84869825F47}" dt="2026-01-29T09:36:48.392" v="1016" actId="1076"/>
        <pc:sldMkLst>
          <pc:docMk/>
          <pc:sldMk cId="3970158279" sldId="289"/>
        </pc:sldMkLst>
        <pc:spChg chg="mod">
          <ac:chgData name="Sreejith Rajan" userId="ec11bca0e4bee75f" providerId="LiveId" clId="{7B4F392D-EAB3-4CE7-903E-F84869825F47}" dt="2026-01-29T09:35:16.838" v="1006" actId="20577"/>
          <ac:spMkLst>
            <pc:docMk/>
            <pc:sldMk cId="3970158279" sldId="289"/>
            <ac:spMk id="2" creationId="{752AED4F-3E39-26B9-1F38-43039E149EFE}"/>
          </ac:spMkLst>
        </pc:spChg>
        <pc:spChg chg="mod">
          <ac:chgData name="Sreejith Rajan" userId="ec11bca0e4bee75f" providerId="LiveId" clId="{7B4F392D-EAB3-4CE7-903E-F84869825F47}" dt="2026-01-29T09:36:12.173" v="1011" actId="20577"/>
          <ac:spMkLst>
            <pc:docMk/>
            <pc:sldMk cId="3970158279" sldId="289"/>
            <ac:spMk id="3" creationId="{3267779D-E370-25AB-0F5B-2C280D780C6C}"/>
          </ac:spMkLst>
        </pc:spChg>
        <pc:picChg chg="add mod modCrop">
          <ac:chgData name="Sreejith Rajan" userId="ec11bca0e4bee75f" providerId="LiveId" clId="{7B4F392D-EAB3-4CE7-903E-F84869825F47}" dt="2026-01-29T09:36:48.392" v="1016" actId="1076"/>
          <ac:picMkLst>
            <pc:docMk/>
            <pc:sldMk cId="3970158279" sldId="289"/>
            <ac:picMk id="5" creationId="{8D7D7D97-C763-C1C7-0F38-192171BC4804}"/>
          </ac:picMkLst>
        </pc:picChg>
      </pc:sldChg>
      <pc:sldChg chg="addSp delSp modSp new mod">
        <pc:chgData name="Sreejith Rajan" userId="ec11bca0e4bee75f" providerId="LiveId" clId="{7B4F392D-EAB3-4CE7-903E-F84869825F47}" dt="2026-01-29T09:37:56.140" v="1038" actId="1076"/>
        <pc:sldMkLst>
          <pc:docMk/>
          <pc:sldMk cId="359768088" sldId="290"/>
        </pc:sldMkLst>
        <pc:spChg chg="mod">
          <ac:chgData name="Sreejith Rajan" userId="ec11bca0e4bee75f" providerId="LiveId" clId="{7B4F392D-EAB3-4CE7-903E-F84869825F47}" dt="2026-01-29T09:37:18.044" v="1031" actId="20577"/>
          <ac:spMkLst>
            <pc:docMk/>
            <pc:sldMk cId="359768088" sldId="290"/>
            <ac:spMk id="2" creationId="{3AA3F0BE-C8FB-20E5-8EE9-139CD235B75A}"/>
          </ac:spMkLst>
        </pc:spChg>
        <pc:graphicFrameChg chg="add mod modGraphic">
          <ac:chgData name="Sreejith Rajan" userId="ec11bca0e4bee75f" providerId="LiveId" clId="{7B4F392D-EAB3-4CE7-903E-F84869825F47}" dt="2026-01-29T09:37:56.140" v="1038" actId="1076"/>
          <ac:graphicFrameMkLst>
            <pc:docMk/>
            <pc:sldMk cId="359768088" sldId="290"/>
            <ac:graphicFrameMk id="4" creationId="{B32C0619-FD52-E358-B779-3AC6682B32DA}"/>
          </ac:graphicFrameMkLst>
        </pc:graphicFrameChg>
      </pc:sldChg>
      <pc:sldChg chg="modSp new mod">
        <pc:chgData name="Sreejith Rajan" userId="ec11bca0e4bee75f" providerId="LiveId" clId="{7B4F392D-EAB3-4CE7-903E-F84869825F47}" dt="2026-01-29T09:47:40.816" v="1347" actId="20577"/>
        <pc:sldMkLst>
          <pc:docMk/>
          <pc:sldMk cId="3485488711" sldId="291"/>
        </pc:sldMkLst>
        <pc:spChg chg="mod">
          <ac:chgData name="Sreejith Rajan" userId="ec11bca0e4bee75f" providerId="LiveId" clId="{7B4F392D-EAB3-4CE7-903E-F84869825F47}" dt="2026-01-29T09:39:35.521" v="1055" actId="20577"/>
          <ac:spMkLst>
            <pc:docMk/>
            <pc:sldMk cId="3485488711" sldId="291"/>
            <ac:spMk id="2" creationId="{422CC8AF-72C7-78E6-5DDE-EDAB30E54AC6}"/>
          </ac:spMkLst>
        </pc:spChg>
        <pc:spChg chg="mod">
          <ac:chgData name="Sreejith Rajan" userId="ec11bca0e4bee75f" providerId="LiveId" clId="{7B4F392D-EAB3-4CE7-903E-F84869825F47}" dt="2026-01-29T09:47:40.816" v="1347" actId="20577"/>
          <ac:spMkLst>
            <pc:docMk/>
            <pc:sldMk cId="3485488711" sldId="291"/>
            <ac:spMk id="3" creationId="{8616D05F-B51C-A5F8-851E-1C960A2D25D1}"/>
          </ac:spMkLst>
        </pc:spChg>
      </pc:sldChg>
      <pc:sldChg chg="modSp add mod ord">
        <pc:chgData name="Sreejith Rajan" userId="ec11bca0e4bee75f" providerId="LiveId" clId="{7B4F392D-EAB3-4CE7-903E-F84869825F47}" dt="2026-01-29T09:48:22.889" v="1356" actId="20577"/>
        <pc:sldMkLst>
          <pc:docMk/>
          <pc:sldMk cId="22085607" sldId="292"/>
        </pc:sldMkLst>
        <pc:spChg chg="mod">
          <ac:chgData name="Sreejith Rajan" userId="ec11bca0e4bee75f" providerId="LiveId" clId="{7B4F392D-EAB3-4CE7-903E-F84869825F47}" dt="2026-01-29T09:44:40.913" v="1240" actId="20577"/>
          <ac:spMkLst>
            <pc:docMk/>
            <pc:sldMk cId="22085607" sldId="292"/>
            <ac:spMk id="2" creationId="{C3B5DD5C-E89C-9928-7828-330493D6D747}"/>
          </ac:spMkLst>
        </pc:spChg>
        <pc:spChg chg="mod">
          <ac:chgData name="Sreejith Rajan" userId="ec11bca0e4bee75f" providerId="LiveId" clId="{7B4F392D-EAB3-4CE7-903E-F84869825F47}" dt="2026-01-29T09:48:22.889" v="1356" actId="20577"/>
          <ac:spMkLst>
            <pc:docMk/>
            <pc:sldMk cId="22085607" sldId="292"/>
            <ac:spMk id="3" creationId="{9ED32EAF-8AFD-86D2-3DB3-FF3F7AE648BB}"/>
          </ac:spMkLst>
        </pc:spChg>
      </pc:sldChg>
      <pc:sldChg chg="addSp modSp new mod">
        <pc:chgData name="Sreejith Rajan" userId="ec11bca0e4bee75f" providerId="LiveId" clId="{7B4F392D-EAB3-4CE7-903E-F84869825F47}" dt="2026-02-02T08:39:10.558" v="1622" actId="1076"/>
        <pc:sldMkLst>
          <pc:docMk/>
          <pc:sldMk cId="838514129" sldId="293"/>
        </pc:sldMkLst>
        <pc:spChg chg="mod">
          <ac:chgData name="Sreejith Rajan" userId="ec11bca0e4bee75f" providerId="LiveId" clId="{7B4F392D-EAB3-4CE7-903E-F84869825F47}" dt="2026-02-02T08:12:41.136" v="1372" actId="20577"/>
          <ac:spMkLst>
            <pc:docMk/>
            <pc:sldMk cId="838514129" sldId="293"/>
            <ac:spMk id="2" creationId="{B61DC38C-B935-CC0F-245B-0788725A1200}"/>
          </ac:spMkLst>
        </pc:spChg>
        <pc:spChg chg="mod">
          <ac:chgData name="Sreejith Rajan" userId="ec11bca0e4bee75f" providerId="LiveId" clId="{7B4F392D-EAB3-4CE7-903E-F84869825F47}" dt="2026-02-02T08:14:56.810" v="1382" actId="20577"/>
          <ac:spMkLst>
            <pc:docMk/>
            <pc:sldMk cId="838514129" sldId="293"/>
            <ac:spMk id="3" creationId="{02501693-791A-3B64-E8E0-30247C118106}"/>
          </ac:spMkLst>
        </pc:spChg>
        <pc:spChg chg="add mod">
          <ac:chgData name="Sreejith Rajan" userId="ec11bca0e4bee75f" providerId="LiveId" clId="{7B4F392D-EAB3-4CE7-903E-F84869825F47}" dt="2026-02-02T08:39:10.558" v="1622" actId="1076"/>
          <ac:spMkLst>
            <pc:docMk/>
            <pc:sldMk cId="838514129" sldId="293"/>
            <ac:spMk id="6" creationId="{63CE9AAE-9582-C11A-8D4A-677DF8791256}"/>
          </ac:spMkLst>
        </pc:spChg>
        <pc:picChg chg="add mod">
          <ac:chgData name="Sreejith Rajan" userId="ec11bca0e4bee75f" providerId="LiveId" clId="{7B4F392D-EAB3-4CE7-903E-F84869825F47}" dt="2026-02-02T08:39:00.744" v="1619" actId="1076"/>
          <ac:picMkLst>
            <pc:docMk/>
            <pc:sldMk cId="838514129" sldId="293"/>
            <ac:picMk id="5" creationId="{D5535780-FFB7-357D-C7F6-9893F0ACD0B0}"/>
          </ac:picMkLst>
        </pc:picChg>
      </pc:sldChg>
      <pc:sldChg chg="addSp delSp modSp new mod">
        <pc:chgData name="Sreejith Rajan" userId="ec11bca0e4bee75f" providerId="LiveId" clId="{7B4F392D-EAB3-4CE7-903E-F84869825F47}" dt="2026-02-02T08:35:14.191" v="1587" actId="20577"/>
        <pc:sldMkLst>
          <pc:docMk/>
          <pc:sldMk cId="1094232091" sldId="294"/>
        </pc:sldMkLst>
        <pc:spChg chg="mod">
          <ac:chgData name="Sreejith Rajan" userId="ec11bca0e4bee75f" providerId="LiveId" clId="{7B4F392D-EAB3-4CE7-903E-F84869825F47}" dt="2026-02-02T08:18:31.548" v="1425" actId="20577"/>
          <ac:spMkLst>
            <pc:docMk/>
            <pc:sldMk cId="1094232091" sldId="294"/>
            <ac:spMk id="2" creationId="{C3405D6E-FDB3-4C52-65D8-D1FD95D01AEF}"/>
          </ac:spMkLst>
        </pc:spChg>
        <pc:spChg chg="mod">
          <ac:chgData name="Sreejith Rajan" userId="ec11bca0e4bee75f" providerId="LiveId" clId="{7B4F392D-EAB3-4CE7-903E-F84869825F47}" dt="2026-02-02T08:35:14.191" v="1587" actId="20577"/>
          <ac:spMkLst>
            <pc:docMk/>
            <pc:sldMk cId="1094232091" sldId="294"/>
            <ac:spMk id="3" creationId="{86347F61-D9A1-06BA-2897-992480998344}"/>
          </ac:spMkLst>
        </pc:spChg>
        <pc:picChg chg="add mod">
          <ac:chgData name="Sreejith Rajan" userId="ec11bca0e4bee75f" providerId="LiveId" clId="{7B4F392D-EAB3-4CE7-903E-F84869825F47}" dt="2026-02-02T08:21:24.258" v="1465" actId="1076"/>
          <ac:picMkLst>
            <pc:docMk/>
            <pc:sldMk cId="1094232091" sldId="294"/>
            <ac:picMk id="7" creationId="{876E87A6-A21C-339D-E431-3311928BFA0E}"/>
          </ac:picMkLst>
        </pc:picChg>
      </pc:sldChg>
      <pc:sldChg chg="addSp modSp new mod">
        <pc:chgData name="Sreejith Rajan" userId="ec11bca0e4bee75f" providerId="LiveId" clId="{7B4F392D-EAB3-4CE7-903E-F84869825F47}" dt="2026-02-02T08:25:09.606" v="1502" actId="1076"/>
        <pc:sldMkLst>
          <pc:docMk/>
          <pc:sldMk cId="312179180" sldId="295"/>
        </pc:sldMkLst>
        <pc:spChg chg="mod">
          <ac:chgData name="Sreejith Rajan" userId="ec11bca0e4bee75f" providerId="LiveId" clId="{7B4F392D-EAB3-4CE7-903E-F84869825F47}" dt="2026-02-02T08:22:37.208" v="1481" actId="20577"/>
          <ac:spMkLst>
            <pc:docMk/>
            <pc:sldMk cId="312179180" sldId="295"/>
            <ac:spMk id="2" creationId="{14BAB176-CC97-CA7D-02E0-16695859D1CA}"/>
          </ac:spMkLst>
        </pc:spChg>
        <pc:spChg chg="mod">
          <ac:chgData name="Sreejith Rajan" userId="ec11bca0e4bee75f" providerId="LiveId" clId="{7B4F392D-EAB3-4CE7-903E-F84869825F47}" dt="2026-02-02T08:24:06.329" v="1498" actId="20577"/>
          <ac:spMkLst>
            <pc:docMk/>
            <pc:sldMk cId="312179180" sldId="295"/>
            <ac:spMk id="3" creationId="{94604663-0B0E-EF63-DB36-2558778FA607}"/>
          </ac:spMkLst>
        </pc:spChg>
        <pc:picChg chg="add mod">
          <ac:chgData name="Sreejith Rajan" userId="ec11bca0e4bee75f" providerId="LiveId" clId="{7B4F392D-EAB3-4CE7-903E-F84869825F47}" dt="2026-02-02T08:25:09.606" v="1502" actId="1076"/>
          <ac:picMkLst>
            <pc:docMk/>
            <pc:sldMk cId="312179180" sldId="295"/>
            <ac:picMk id="5" creationId="{0666F5A8-0AE5-47A7-55C1-10A1985273D5}"/>
          </ac:picMkLst>
        </pc:picChg>
      </pc:sldChg>
      <pc:sldChg chg="addSp delSp modSp new mod">
        <pc:chgData name="Sreejith Rajan" userId="ec11bca0e4bee75f" providerId="LiveId" clId="{7B4F392D-EAB3-4CE7-903E-F84869825F47}" dt="2026-02-02T08:29:48.696" v="1521"/>
        <pc:sldMkLst>
          <pc:docMk/>
          <pc:sldMk cId="484128902" sldId="296"/>
        </pc:sldMkLst>
        <pc:spChg chg="add mod">
          <ac:chgData name="Sreejith Rajan" userId="ec11bca0e4bee75f" providerId="LiveId" clId="{7B4F392D-EAB3-4CE7-903E-F84869825F47}" dt="2026-02-02T08:29:21.246" v="1517" actId="14100"/>
          <ac:spMkLst>
            <pc:docMk/>
            <pc:sldMk cId="484128902" sldId="296"/>
            <ac:spMk id="8" creationId="{BFCF2B5D-EDD6-7E60-9DA7-39D256E54F55}"/>
          </ac:spMkLst>
        </pc:spChg>
        <pc:spChg chg="add mod">
          <ac:chgData name="Sreejith Rajan" userId="ec11bca0e4bee75f" providerId="LiveId" clId="{7B4F392D-EAB3-4CE7-903E-F84869825F47}" dt="2026-02-02T08:29:48.696" v="1521"/>
          <ac:spMkLst>
            <pc:docMk/>
            <pc:sldMk cId="484128902" sldId="296"/>
            <ac:spMk id="9" creationId="{16AC3D22-2D9E-8772-D549-10D20618FB07}"/>
          </ac:spMkLst>
        </pc:spChg>
        <pc:picChg chg="add mod ord">
          <ac:chgData name="Sreejith Rajan" userId="ec11bca0e4bee75f" providerId="LiveId" clId="{7B4F392D-EAB3-4CE7-903E-F84869825F47}" dt="2026-02-02T08:25:48.181" v="1506" actId="1076"/>
          <ac:picMkLst>
            <pc:docMk/>
            <pc:sldMk cId="484128902" sldId="296"/>
            <ac:picMk id="5" creationId="{C62074D3-2129-3E96-0B2D-F443D3BA9E88}"/>
          </ac:picMkLst>
        </pc:picChg>
        <pc:picChg chg="add mod">
          <ac:chgData name="Sreejith Rajan" userId="ec11bca0e4bee75f" providerId="LiveId" clId="{7B4F392D-EAB3-4CE7-903E-F84869825F47}" dt="2026-02-02T08:26:30.358" v="1511" actId="14100"/>
          <ac:picMkLst>
            <pc:docMk/>
            <pc:sldMk cId="484128902" sldId="296"/>
            <ac:picMk id="7" creationId="{4533A4B4-E02A-2AE0-0D6D-86E97CEC24D7}"/>
          </ac:picMkLst>
        </pc:picChg>
      </pc:sldChg>
      <pc:sldChg chg="addSp delSp modSp new mod">
        <pc:chgData name="Sreejith Rajan" userId="ec11bca0e4bee75f" providerId="LiveId" clId="{7B4F392D-EAB3-4CE7-903E-F84869825F47}" dt="2026-02-04T13:28:34.480" v="2087" actId="14100"/>
        <pc:sldMkLst>
          <pc:docMk/>
          <pc:sldMk cId="829793420" sldId="297"/>
        </pc:sldMkLst>
        <pc:spChg chg="mod">
          <ac:chgData name="Sreejith Rajan" userId="ec11bca0e4bee75f" providerId="LiveId" clId="{7B4F392D-EAB3-4CE7-903E-F84869825F47}" dt="2026-02-02T08:30:43.893" v="1548" actId="20577"/>
          <ac:spMkLst>
            <pc:docMk/>
            <pc:sldMk cId="829793420" sldId="297"/>
            <ac:spMk id="2" creationId="{014A04CF-15C4-8330-6BA3-B4FFA15F0EA5}"/>
          </ac:spMkLst>
        </pc:spChg>
        <pc:spChg chg="add mod">
          <ac:chgData name="Sreejith Rajan" userId="ec11bca0e4bee75f" providerId="LiveId" clId="{7B4F392D-EAB3-4CE7-903E-F84869825F47}" dt="2026-02-02T08:32:19.085" v="1555" actId="1076"/>
          <ac:spMkLst>
            <pc:docMk/>
            <pc:sldMk cId="829793420" sldId="297"/>
            <ac:spMk id="7" creationId="{79A87CA1-23AE-49E7-3500-81008DB9341B}"/>
          </ac:spMkLst>
        </pc:spChg>
        <pc:picChg chg="add mod ord">
          <ac:chgData name="Sreejith Rajan" userId="ec11bca0e4bee75f" providerId="LiveId" clId="{7B4F392D-EAB3-4CE7-903E-F84869825F47}" dt="2026-02-04T13:28:34.480" v="2087" actId="14100"/>
          <ac:picMkLst>
            <pc:docMk/>
            <pc:sldMk cId="829793420" sldId="297"/>
            <ac:picMk id="5" creationId="{31545EA1-E64A-0739-FC05-006BD7D35D69}"/>
          </ac:picMkLst>
        </pc:picChg>
      </pc:sldChg>
      <pc:sldChg chg="modSp new mod">
        <pc:chgData name="Sreejith Rajan" userId="ec11bca0e4bee75f" providerId="LiveId" clId="{7B4F392D-EAB3-4CE7-903E-F84869825F47}" dt="2026-02-03T10:48:56.806" v="1673" actId="5793"/>
        <pc:sldMkLst>
          <pc:docMk/>
          <pc:sldMk cId="2629671684" sldId="298"/>
        </pc:sldMkLst>
        <pc:spChg chg="mod">
          <ac:chgData name="Sreejith Rajan" userId="ec11bca0e4bee75f" providerId="LiveId" clId="{7B4F392D-EAB3-4CE7-903E-F84869825F47}" dt="2026-02-02T09:44:37.829" v="1641" actId="20577"/>
          <ac:spMkLst>
            <pc:docMk/>
            <pc:sldMk cId="2629671684" sldId="298"/>
            <ac:spMk id="2" creationId="{6120A8E8-A9A6-3874-A43B-0D8B9F0E21C1}"/>
          </ac:spMkLst>
        </pc:spChg>
        <pc:spChg chg="mod">
          <ac:chgData name="Sreejith Rajan" userId="ec11bca0e4bee75f" providerId="LiveId" clId="{7B4F392D-EAB3-4CE7-903E-F84869825F47}" dt="2026-02-03T10:48:56.806" v="1673" actId="5793"/>
          <ac:spMkLst>
            <pc:docMk/>
            <pc:sldMk cId="2629671684" sldId="298"/>
            <ac:spMk id="3" creationId="{CD899691-4739-5679-D451-0C66FE06F942}"/>
          </ac:spMkLst>
        </pc:spChg>
      </pc:sldChg>
      <pc:sldChg chg="modSp new mod">
        <pc:chgData name="Sreejith Rajan" userId="ec11bca0e4bee75f" providerId="LiveId" clId="{7B4F392D-EAB3-4CE7-903E-F84869825F47}" dt="2026-02-03T10:52:44.445" v="1724"/>
        <pc:sldMkLst>
          <pc:docMk/>
          <pc:sldMk cId="3289453992" sldId="299"/>
        </pc:sldMkLst>
        <pc:spChg chg="mod">
          <ac:chgData name="Sreejith Rajan" userId="ec11bca0e4bee75f" providerId="LiveId" clId="{7B4F392D-EAB3-4CE7-903E-F84869825F47}" dt="2026-02-03T10:49:18.055" v="1723" actId="20577"/>
          <ac:spMkLst>
            <pc:docMk/>
            <pc:sldMk cId="3289453992" sldId="299"/>
            <ac:spMk id="2" creationId="{582BD62D-958D-F163-2631-5C8C63951B71}"/>
          </ac:spMkLst>
        </pc:spChg>
        <pc:spChg chg="mod">
          <ac:chgData name="Sreejith Rajan" userId="ec11bca0e4bee75f" providerId="LiveId" clId="{7B4F392D-EAB3-4CE7-903E-F84869825F47}" dt="2026-02-03T10:52:44.445" v="1724"/>
          <ac:spMkLst>
            <pc:docMk/>
            <pc:sldMk cId="3289453992" sldId="299"/>
            <ac:spMk id="3" creationId="{CBAB42D1-DAEE-8C6D-BD98-CB21421431A1}"/>
          </ac:spMkLst>
        </pc:spChg>
      </pc:sldChg>
      <pc:sldChg chg="modSp new mod">
        <pc:chgData name="Sreejith Rajan" userId="ec11bca0e4bee75f" providerId="LiveId" clId="{7B4F392D-EAB3-4CE7-903E-F84869825F47}" dt="2026-02-04T08:01:20.539" v="1758" actId="20577"/>
        <pc:sldMkLst>
          <pc:docMk/>
          <pc:sldMk cId="3893374817" sldId="300"/>
        </pc:sldMkLst>
        <pc:spChg chg="mod">
          <ac:chgData name="Sreejith Rajan" userId="ec11bca0e4bee75f" providerId="LiveId" clId="{7B4F392D-EAB3-4CE7-903E-F84869825F47}" dt="2026-02-04T08:00:14.226" v="1744" actId="313"/>
          <ac:spMkLst>
            <pc:docMk/>
            <pc:sldMk cId="3893374817" sldId="300"/>
            <ac:spMk id="2" creationId="{D90974F0-49AF-B5F3-15D4-6DB4BC005D9C}"/>
          </ac:spMkLst>
        </pc:spChg>
        <pc:spChg chg="mod">
          <ac:chgData name="Sreejith Rajan" userId="ec11bca0e4bee75f" providerId="LiveId" clId="{7B4F392D-EAB3-4CE7-903E-F84869825F47}" dt="2026-02-04T08:01:20.539" v="1758" actId="20577"/>
          <ac:spMkLst>
            <pc:docMk/>
            <pc:sldMk cId="3893374817" sldId="300"/>
            <ac:spMk id="3" creationId="{432D0774-65CF-4311-71F9-4CD9F11B49F0}"/>
          </ac:spMkLst>
        </pc:spChg>
      </pc:sldChg>
      <pc:sldChg chg="addSp delSp modSp new mod">
        <pc:chgData name="Sreejith Rajan" userId="ec11bca0e4bee75f" providerId="LiveId" clId="{7B4F392D-EAB3-4CE7-903E-F84869825F47}" dt="2026-02-04T08:02:37.357" v="1810" actId="313"/>
        <pc:sldMkLst>
          <pc:docMk/>
          <pc:sldMk cId="3334913749" sldId="301"/>
        </pc:sldMkLst>
        <pc:spChg chg="mod">
          <ac:chgData name="Sreejith Rajan" userId="ec11bca0e4bee75f" providerId="LiveId" clId="{7B4F392D-EAB3-4CE7-903E-F84869825F47}" dt="2026-02-04T08:02:37.357" v="1810" actId="313"/>
          <ac:spMkLst>
            <pc:docMk/>
            <pc:sldMk cId="3334913749" sldId="301"/>
            <ac:spMk id="2" creationId="{BE8788E4-A615-A1E5-C2CA-1C698CE7F2A5}"/>
          </ac:spMkLst>
        </pc:spChg>
        <pc:spChg chg="add del mod">
          <ac:chgData name="Sreejith Rajan" userId="ec11bca0e4bee75f" providerId="LiveId" clId="{7B4F392D-EAB3-4CE7-903E-F84869825F47}" dt="2026-02-04T08:02:33.791" v="1809" actId="20577"/>
          <ac:spMkLst>
            <pc:docMk/>
            <pc:sldMk cId="3334913749" sldId="301"/>
            <ac:spMk id="3" creationId="{309CAF0D-023E-E52D-0119-3AB14773DA08}"/>
          </ac:spMkLst>
        </pc:spChg>
        <pc:spChg chg="add mod">
          <ac:chgData name="Sreejith Rajan" userId="ec11bca0e4bee75f" providerId="LiveId" clId="{7B4F392D-EAB3-4CE7-903E-F84869825F47}" dt="2026-02-04T08:02:28.355" v="1806"/>
          <ac:spMkLst>
            <pc:docMk/>
            <pc:sldMk cId="3334913749" sldId="301"/>
            <ac:spMk id="4" creationId="{DA53EA27-9C0B-5C2F-1FD3-55AA414A31F6}"/>
          </ac:spMkLst>
        </pc:spChg>
      </pc:sldChg>
      <pc:sldChg chg="addSp modSp new mod">
        <pc:chgData name="Sreejith Rajan" userId="ec11bca0e4bee75f" providerId="LiveId" clId="{7B4F392D-EAB3-4CE7-903E-F84869825F47}" dt="2026-02-04T08:09:52.268" v="1902" actId="1076"/>
        <pc:sldMkLst>
          <pc:docMk/>
          <pc:sldMk cId="1197431595" sldId="302"/>
        </pc:sldMkLst>
        <pc:spChg chg="mod">
          <ac:chgData name="Sreejith Rajan" userId="ec11bca0e4bee75f" providerId="LiveId" clId="{7B4F392D-EAB3-4CE7-903E-F84869825F47}" dt="2026-02-04T08:03:25.470" v="1863" actId="20577"/>
          <ac:spMkLst>
            <pc:docMk/>
            <pc:sldMk cId="1197431595" sldId="302"/>
            <ac:spMk id="2" creationId="{DD88D976-5086-D2BF-6825-295F227AA746}"/>
          </ac:spMkLst>
        </pc:spChg>
        <pc:spChg chg="mod">
          <ac:chgData name="Sreejith Rajan" userId="ec11bca0e4bee75f" providerId="LiveId" clId="{7B4F392D-EAB3-4CE7-903E-F84869825F47}" dt="2026-02-04T08:09:17.692" v="1896" actId="20577"/>
          <ac:spMkLst>
            <pc:docMk/>
            <pc:sldMk cId="1197431595" sldId="302"/>
            <ac:spMk id="3" creationId="{A32B5F8E-24F7-750E-2E5C-E1D94D5F8747}"/>
          </ac:spMkLst>
        </pc:spChg>
        <pc:picChg chg="add mod modCrop">
          <ac:chgData name="Sreejith Rajan" userId="ec11bca0e4bee75f" providerId="LiveId" clId="{7B4F392D-EAB3-4CE7-903E-F84869825F47}" dt="2026-02-04T08:09:52.268" v="1902" actId="1076"/>
          <ac:picMkLst>
            <pc:docMk/>
            <pc:sldMk cId="1197431595" sldId="302"/>
            <ac:picMk id="5" creationId="{A0779B55-445D-CD23-8EA0-E1EC2B42053A}"/>
          </ac:picMkLst>
        </pc:picChg>
      </pc:sldChg>
      <pc:sldChg chg="addSp modSp new mod">
        <pc:chgData name="Sreejith Rajan" userId="ec11bca0e4bee75f" providerId="LiveId" clId="{7B4F392D-EAB3-4CE7-903E-F84869825F47}" dt="2026-02-04T08:12:08.308" v="1920" actId="1076"/>
        <pc:sldMkLst>
          <pc:docMk/>
          <pc:sldMk cId="4041791266" sldId="303"/>
        </pc:sldMkLst>
        <pc:spChg chg="mod">
          <ac:chgData name="Sreejith Rajan" userId="ec11bca0e4bee75f" providerId="LiveId" clId="{7B4F392D-EAB3-4CE7-903E-F84869825F47}" dt="2026-02-04T08:10:32.022" v="1907" actId="20577"/>
          <ac:spMkLst>
            <pc:docMk/>
            <pc:sldMk cId="4041791266" sldId="303"/>
            <ac:spMk id="2" creationId="{2369565F-07A2-DDD1-A9A5-976AD67016A3}"/>
          </ac:spMkLst>
        </pc:spChg>
        <pc:spChg chg="mod">
          <ac:chgData name="Sreejith Rajan" userId="ec11bca0e4bee75f" providerId="LiveId" clId="{7B4F392D-EAB3-4CE7-903E-F84869825F47}" dt="2026-02-04T08:11:39.991" v="1914" actId="15"/>
          <ac:spMkLst>
            <pc:docMk/>
            <pc:sldMk cId="4041791266" sldId="303"/>
            <ac:spMk id="3" creationId="{480003C2-9977-BF7E-6A1B-501DA18DFC13}"/>
          </ac:spMkLst>
        </pc:spChg>
        <pc:picChg chg="add mod">
          <ac:chgData name="Sreejith Rajan" userId="ec11bca0e4bee75f" providerId="LiveId" clId="{7B4F392D-EAB3-4CE7-903E-F84869825F47}" dt="2026-02-04T08:12:08.308" v="1920" actId="1076"/>
          <ac:picMkLst>
            <pc:docMk/>
            <pc:sldMk cId="4041791266" sldId="303"/>
            <ac:picMk id="5" creationId="{EBE5B9B3-2838-B52D-869B-F75F943FD18A}"/>
          </ac:picMkLst>
        </pc:picChg>
      </pc:sldChg>
      <pc:sldChg chg="addSp modSp new mod">
        <pc:chgData name="Sreejith Rajan" userId="ec11bca0e4bee75f" providerId="LiveId" clId="{7B4F392D-EAB3-4CE7-903E-F84869825F47}" dt="2026-02-04T08:16:58.842" v="1937" actId="1076"/>
        <pc:sldMkLst>
          <pc:docMk/>
          <pc:sldMk cId="3059473869" sldId="304"/>
        </pc:sldMkLst>
        <pc:spChg chg="mod">
          <ac:chgData name="Sreejith Rajan" userId="ec11bca0e4bee75f" providerId="LiveId" clId="{7B4F392D-EAB3-4CE7-903E-F84869825F47}" dt="2026-02-04T08:12:32.430" v="1922"/>
          <ac:spMkLst>
            <pc:docMk/>
            <pc:sldMk cId="3059473869" sldId="304"/>
            <ac:spMk id="2" creationId="{696FB79E-8173-F714-FF90-05E94194C277}"/>
          </ac:spMkLst>
        </pc:spChg>
        <pc:spChg chg="mod">
          <ac:chgData name="Sreejith Rajan" userId="ec11bca0e4bee75f" providerId="LiveId" clId="{7B4F392D-EAB3-4CE7-903E-F84869825F47}" dt="2026-02-04T08:16:23.132" v="1931" actId="20577"/>
          <ac:spMkLst>
            <pc:docMk/>
            <pc:sldMk cId="3059473869" sldId="304"/>
            <ac:spMk id="3" creationId="{7546057B-3E11-A018-98D4-CA6F418A6B02}"/>
          </ac:spMkLst>
        </pc:spChg>
        <pc:picChg chg="add mod modCrop">
          <ac:chgData name="Sreejith Rajan" userId="ec11bca0e4bee75f" providerId="LiveId" clId="{7B4F392D-EAB3-4CE7-903E-F84869825F47}" dt="2026-02-04T08:16:58.842" v="1937" actId="1076"/>
          <ac:picMkLst>
            <pc:docMk/>
            <pc:sldMk cId="3059473869" sldId="304"/>
            <ac:picMk id="5" creationId="{950E3F82-0428-559C-DDAA-B1A4F1218368}"/>
          </ac:picMkLst>
        </pc:picChg>
      </pc:sldChg>
      <pc:sldChg chg="addSp delSp modSp new mod">
        <pc:chgData name="Sreejith Rajan" userId="ec11bca0e4bee75f" providerId="LiveId" clId="{7B4F392D-EAB3-4CE7-903E-F84869825F47}" dt="2026-02-04T13:28:11.011" v="2084" actId="14100"/>
        <pc:sldMkLst>
          <pc:docMk/>
          <pc:sldMk cId="2095788429" sldId="305"/>
        </pc:sldMkLst>
        <pc:spChg chg="mod">
          <ac:chgData name="Sreejith Rajan" userId="ec11bca0e4bee75f" providerId="LiveId" clId="{7B4F392D-EAB3-4CE7-903E-F84869825F47}" dt="2026-02-04T08:17:24.125" v="1939"/>
          <ac:spMkLst>
            <pc:docMk/>
            <pc:sldMk cId="2095788429" sldId="305"/>
            <ac:spMk id="2" creationId="{E781B9F9-C351-3BD7-4C68-67E36F4DBDFD}"/>
          </ac:spMkLst>
        </pc:spChg>
        <pc:spChg chg="mod">
          <ac:chgData name="Sreejith Rajan" userId="ec11bca0e4bee75f" providerId="LiveId" clId="{7B4F392D-EAB3-4CE7-903E-F84869825F47}" dt="2026-02-04T08:21:01.309" v="1960" actId="1076"/>
          <ac:spMkLst>
            <pc:docMk/>
            <pc:sldMk cId="2095788429" sldId="305"/>
            <ac:spMk id="3" creationId="{2341FA90-BDFE-6883-EB51-B6D59B289983}"/>
          </ac:spMkLst>
        </pc:spChg>
        <pc:picChg chg="add del mod">
          <ac:chgData name="Sreejith Rajan" userId="ec11bca0e4bee75f" providerId="LiveId" clId="{7B4F392D-EAB3-4CE7-903E-F84869825F47}" dt="2026-02-04T08:19:53.121" v="1958" actId="931"/>
          <ac:picMkLst>
            <pc:docMk/>
            <pc:sldMk cId="2095788429" sldId="305"/>
            <ac:picMk id="5" creationId="{FE33DC65-3231-2E98-4585-D05E6FB71D60}"/>
          </ac:picMkLst>
        </pc:picChg>
        <pc:picChg chg="add del mod">
          <ac:chgData name="Sreejith Rajan" userId="ec11bca0e4bee75f" providerId="LiveId" clId="{7B4F392D-EAB3-4CE7-903E-F84869825F47}" dt="2026-02-04T08:21:09.857" v="1963" actId="478"/>
          <ac:picMkLst>
            <pc:docMk/>
            <pc:sldMk cId="2095788429" sldId="305"/>
            <ac:picMk id="7" creationId="{FDA89AC9-8C2B-7479-F410-FA661AB5A1E4}"/>
          </ac:picMkLst>
        </pc:picChg>
        <pc:picChg chg="add mod">
          <ac:chgData name="Sreejith Rajan" userId="ec11bca0e4bee75f" providerId="LiveId" clId="{7B4F392D-EAB3-4CE7-903E-F84869825F47}" dt="2026-02-04T13:28:11.011" v="2084" actId="14100"/>
          <ac:picMkLst>
            <pc:docMk/>
            <pc:sldMk cId="2095788429" sldId="305"/>
            <ac:picMk id="9" creationId="{57399A93-F7C2-2DCF-8E09-1B3B9E6815C7}"/>
          </ac:picMkLst>
        </pc:picChg>
      </pc:sldChg>
      <pc:sldChg chg="modSp new mod">
        <pc:chgData name="Sreejith Rajan" userId="ec11bca0e4bee75f" providerId="LiveId" clId="{7B4F392D-EAB3-4CE7-903E-F84869825F47}" dt="2026-02-04T08:25:54.633" v="1985" actId="15"/>
        <pc:sldMkLst>
          <pc:docMk/>
          <pc:sldMk cId="4198985954" sldId="306"/>
        </pc:sldMkLst>
        <pc:spChg chg="mod">
          <ac:chgData name="Sreejith Rajan" userId="ec11bca0e4bee75f" providerId="LiveId" clId="{7B4F392D-EAB3-4CE7-903E-F84869825F47}" dt="2026-02-04T08:24:58.287" v="1982" actId="20577"/>
          <ac:spMkLst>
            <pc:docMk/>
            <pc:sldMk cId="4198985954" sldId="306"/>
            <ac:spMk id="2" creationId="{115364C5-6CFB-A19B-37DA-657BC0A2D974}"/>
          </ac:spMkLst>
        </pc:spChg>
        <pc:spChg chg="mod">
          <ac:chgData name="Sreejith Rajan" userId="ec11bca0e4bee75f" providerId="LiveId" clId="{7B4F392D-EAB3-4CE7-903E-F84869825F47}" dt="2026-02-04T08:25:54.633" v="1985" actId="15"/>
          <ac:spMkLst>
            <pc:docMk/>
            <pc:sldMk cId="4198985954" sldId="306"/>
            <ac:spMk id="3" creationId="{6373E2E1-8EA1-AC04-C0C4-97E457BC33FE}"/>
          </ac:spMkLst>
        </pc:spChg>
      </pc:sldChg>
      <pc:sldChg chg="addSp modSp new mod">
        <pc:chgData name="Sreejith Rajan" userId="ec11bca0e4bee75f" providerId="LiveId" clId="{7B4F392D-EAB3-4CE7-903E-F84869825F47}" dt="2026-02-04T08:42:47.844" v="2082" actId="1076"/>
        <pc:sldMkLst>
          <pc:docMk/>
          <pc:sldMk cId="2049320460" sldId="307"/>
        </pc:sldMkLst>
        <pc:spChg chg="mod">
          <ac:chgData name="Sreejith Rajan" userId="ec11bca0e4bee75f" providerId="LiveId" clId="{7B4F392D-EAB3-4CE7-903E-F84869825F47}" dt="2026-02-04T08:26:21.088" v="2008" actId="20577"/>
          <ac:spMkLst>
            <pc:docMk/>
            <pc:sldMk cId="2049320460" sldId="307"/>
            <ac:spMk id="2" creationId="{14EAA839-3351-3EAE-517B-FC1AC640901A}"/>
          </ac:spMkLst>
        </pc:spChg>
        <pc:spChg chg="mod">
          <ac:chgData name="Sreejith Rajan" userId="ec11bca0e4bee75f" providerId="LiveId" clId="{7B4F392D-EAB3-4CE7-903E-F84869825F47}" dt="2026-02-04T08:31:02.311" v="2075" actId="20577"/>
          <ac:spMkLst>
            <pc:docMk/>
            <pc:sldMk cId="2049320460" sldId="307"/>
            <ac:spMk id="3" creationId="{ABB37113-BEEE-4F38-0352-37221E9A6CB2}"/>
          </ac:spMkLst>
        </pc:spChg>
        <pc:picChg chg="add mod">
          <ac:chgData name="Sreejith Rajan" userId="ec11bca0e4bee75f" providerId="LiveId" clId="{7B4F392D-EAB3-4CE7-903E-F84869825F47}" dt="2026-02-04T08:42:47.844" v="2082" actId="1076"/>
          <ac:picMkLst>
            <pc:docMk/>
            <pc:sldMk cId="2049320460" sldId="307"/>
            <ac:picMk id="5" creationId="{738460E8-2D5F-EDDD-DEA6-242F2367B7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Computer Vision – Module 5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Sreejith Rajan					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7A23-0564-8C40-1C9E-FFB7ABFF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BF0D62-215A-4F0D-9E87-10286D71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Point Detection (</a:t>
            </a:r>
            <a:r>
              <a:rPr lang="en-US" dirty="0" err="1"/>
              <a:t>Keypoint</a:t>
            </a:r>
            <a:r>
              <a:rPr lang="en-US" dirty="0"/>
              <a:t> Detection)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51E4E5B-1DCC-4BE6-D37C-862AE9CE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Core Idea: </a:t>
            </a:r>
            <a:r>
              <a:rPr lang="en-US" dirty="0"/>
              <a:t>Instead of processing the entire image, we focus only on </a:t>
            </a:r>
            <a:r>
              <a:rPr lang="en-US" b="1" dirty="0"/>
              <a:t>important, repeatable points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👉 These are points that:</a:t>
            </a:r>
          </a:p>
          <a:p>
            <a:r>
              <a:rPr lang="en-US" dirty="0"/>
              <a:t>Are easy to detect again </a:t>
            </a:r>
          </a:p>
          <a:p>
            <a:r>
              <a:rPr lang="en-US" dirty="0"/>
              <a:t>Do not change much with rotation, scale, lighting 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Corners of objects </a:t>
            </a:r>
          </a:p>
          <a:p>
            <a:r>
              <a:rPr lang="en-US" dirty="0"/>
              <a:t>Edges with strong contrast </a:t>
            </a:r>
          </a:p>
          <a:p>
            <a:r>
              <a:rPr lang="en-US" dirty="0"/>
              <a:t>Blob-like structures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66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DBCF-B4BD-F811-5C0E-CE925A9E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Harris Corner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5401-21C0-9DDD-EE34-C56730601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intensity change in small window, If intensity changes in:</a:t>
            </a:r>
          </a:p>
          <a:p>
            <a:pPr lvl="1"/>
            <a:r>
              <a:rPr lang="en-US" dirty="0"/>
              <a:t>One direction → edge</a:t>
            </a:r>
          </a:p>
          <a:p>
            <a:pPr lvl="1"/>
            <a:r>
              <a:rPr lang="en-US" dirty="0"/>
              <a:t>No direction → flat</a:t>
            </a:r>
          </a:p>
          <a:p>
            <a:pPr lvl="1"/>
            <a:r>
              <a:rPr lang="en-US" dirty="0"/>
              <a:t>All directions → corner</a:t>
            </a:r>
          </a:p>
          <a:p>
            <a:pPr marL="365760" lvl="1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9B06BE-B396-B186-A39C-1A95C75C5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697" y="3284984"/>
            <a:ext cx="7392606" cy="328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18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BFC2C-9E87-BC97-C756-72947B60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 Insight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BB53A-DDB6-0E2B-5C1F-1964250C86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We compute 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𝑀</m:t>
                      </m:r>
                      <m:r>
                        <a:rPr lang="en-IN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/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ar-AE" i="1"/>
                                    </m:ctrlPr>
                                  </m:sSubSupPr>
                                  <m:e>
                                    <m:r>
                                      <a:rPr lang="ar-AE" i="1"/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𝑥</m:t>
                                    </m:r>
                                  </m:sub>
                                  <m:sup>
                                    <m:r>
                                      <a:rPr lang="ar-AE"/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ar-AE" i="1"/>
                                    </m:ctrlPr>
                                  </m:sSubSupPr>
                                  <m:e>
                                    <m:r>
                                      <a:rPr lang="ar-AE" i="1"/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𝑦</m:t>
                                    </m:r>
                                  </m:sub>
                                  <m:sup>
                                    <m:r>
                                      <a:rPr lang="ar-AE"/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𝑅</m:t>
                      </m:r>
                      <m:r>
                        <a:rPr lang="en-IN"/>
                        <m:t>=</m:t>
                      </m:r>
                      <m:r>
                        <m:rPr>
                          <m:sty m:val="p"/>
                        </m:rPr>
                        <a:rPr lang="en-IN"/>
                        <m:t>det</m:t>
                      </m:r>
                      <m:r>
                        <a:rPr lang="en-IN"/>
                        <m:t>⁡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𝑀</m:t>
                          </m:r>
                        </m:e>
                      </m:d>
                      <m:r>
                        <a:rPr lang="ar-AE"/>
                        <m:t>−</m:t>
                      </m:r>
                      <m:r>
                        <a:rPr lang="ar-AE" i="1"/>
                        <m:t>𝑘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trace</m:t>
                              </m:r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 i="1"/>
                                    <m:t>𝑀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ar-AE"/>
                            <m:t>2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n-IN" b="1" dirty="0"/>
                  <a:t>Interpretation: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𝑅</m:t>
                    </m:r>
                    <m:r>
                      <a:rPr lang="en-IN"/>
                      <m:t>&gt;</m:t>
                    </m:r>
                    <m:r>
                      <a:rPr lang="en-IN"/>
                      <m:t>0</m:t>
                    </m:r>
                  </m:oMath>
                </a14:m>
                <a:r>
                  <a:rPr lang="en-IN" dirty="0"/>
                  <a:t>→ corner 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𝑅</m:t>
                    </m:r>
                    <m:r>
                      <a:rPr lang="en-IN"/>
                      <m:t>&lt;</m:t>
                    </m:r>
                    <m:r>
                      <a:rPr lang="en-IN"/>
                      <m:t>0</m:t>
                    </m:r>
                  </m:oMath>
                </a14:m>
                <a:r>
                  <a:rPr lang="en-IN" dirty="0"/>
                  <a:t>→ edge 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𝑅</m:t>
                    </m:r>
                    <m:r>
                      <a:rPr lang="en-IN"/>
                      <m:t>≈</m:t>
                    </m:r>
                    <m:r>
                      <a:rPr lang="en-IN"/>
                      <m:t>0</m:t>
                    </m:r>
                  </m:oMath>
                </a14:m>
                <a:r>
                  <a:rPr lang="en-IN" dirty="0"/>
                  <a:t>→ flat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BB53A-DDB6-0E2B-5C1F-1964250C86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89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F708-9F38-F088-D84F-E8932A17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49041-6740-DD35-6B7E-9E9064EB0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Rotation invariant </a:t>
            </a:r>
          </a:p>
          <a:p>
            <a:r>
              <a:rPr lang="en-IN" dirty="0"/>
              <a:t>Not scale invariant </a:t>
            </a:r>
          </a:p>
        </p:txBody>
      </p:sp>
    </p:spTree>
    <p:extLst>
      <p:ext uri="{BB962C8B-B14F-4D97-AF65-F5344CB8AC3E}">
        <p14:creationId xmlns:p14="http://schemas.microsoft.com/office/powerpoint/2010/main" val="49873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B777-BFF7-F5C9-AA02-64AFF46E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Shi-Tomasi Detector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D2E8B-A17D-E550-5946-550B61485D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Improvement over Harris</a:t>
                </a:r>
              </a:p>
              <a:p>
                <a:r>
                  <a:rPr lang="en-IN" dirty="0"/>
                  <a:t>Instead of using </a:t>
                </a:r>
                <a14:m>
                  <m:oMath xmlns:m="http://schemas.openxmlformats.org/officeDocument/2006/math">
                    <m:r>
                      <a:rPr lang="en-IN" i="1"/>
                      <m:t>𝑅</m:t>
                    </m:r>
                  </m:oMath>
                </a14:m>
                <a:r>
                  <a:rPr lang="en-IN" dirty="0"/>
                  <a:t>, it uses eigenvalues: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𝑅</m:t>
                      </m:r>
                      <m:r>
                        <a:rPr lang="en-IN"/>
                        <m:t>=</m:t>
                      </m:r>
                      <m:r>
                        <m:rPr>
                          <m:sty m:val="p"/>
                        </m:rPr>
                        <a:rPr lang="en-IN"/>
                        <m:t>min</m:t>
                      </m:r>
                      <m:r>
                        <a:rPr lang="en-IN"/>
                        <m:t>⁡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𝜆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𝜆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👉 A good corner must have:</a:t>
                </a:r>
              </a:p>
              <a:p>
                <a:r>
                  <a:rPr lang="en-IN" dirty="0"/>
                  <a:t>Both eigenvalues large </a:t>
                </a:r>
              </a:p>
              <a:p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 Why Better?</a:t>
                </a:r>
              </a:p>
              <a:p>
                <a:r>
                  <a:rPr lang="en-IN" dirty="0"/>
                  <a:t>More stable corner selection </a:t>
                </a:r>
              </a:p>
              <a:p>
                <a:r>
                  <a:rPr lang="en-IN" dirty="0"/>
                  <a:t>Used in tracking (e.g., Lucas-Kanade)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D2E8B-A17D-E550-5946-550B61485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 b="-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49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1A22-05EF-4AC6-8FB6-8DEE49B1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FAST-</a:t>
            </a:r>
            <a:r>
              <a:rPr lang="en-US" dirty="0"/>
              <a:t>Features from Accelerated Segment Test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8E063-3CDD-A561-DF53-BC82C0F74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Working</a:t>
            </a:r>
          </a:p>
          <a:p>
            <a:r>
              <a:rPr lang="en-US" dirty="0"/>
              <a:t>Take a circle of 16 pixels around a point </a:t>
            </a:r>
          </a:p>
          <a:p>
            <a:r>
              <a:rPr lang="en-US" dirty="0"/>
              <a:t>Compare intensities: </a:t>
            </a:r>
          </a:p>
          <a:p>
            <a:pPr lvl="1"/>
            <a:r>
              <a:rPr lang="en-US" dirty="0"/>
              <a:t>If many are brighter/darker → corner </a:t>
            </a:r>
          </a:p>
          <a:p>
            <a:pPr marL="0" indent="0">
              <a:buNone/>
            </a:pPr>
            <a:r>
              <a:rPr lang="en-US" b="1" dirty="0"/>
              <a:t> Key Strength</a:t>
            </a:r>
          </a:p>
          <a:p>
            <a:r>
              <a:rPr lang="en-US" dirty="0"/>
              <a:t>Extremely fast (no heavy math) </a:t>
            </a:r>
          </a:p>
          <a:p>
            <a:r>
              <a:rPr lang="en-US" dirty="0"/>
              <a:t>Used in: </a:t>
            </a:r>
          </a:p>
          <a:p>
            <a:pPr lvl="1"/>
            <a:r>
              <a:rPr lang="en-US" dirty="0"/>
              <a:t>Mobile vision </a:t>
            </a:r>
          </a:p>
          <a:p>
            <a:pPr lvl="1"/>
            <a:r>
              <a:rPr lang="en-US" dirty="0"/>
              <a:t>SLAM </a:t>
            </a:r>
          </a:p>
          <a:p>
            <a:pPr lvl="1"/>
            <a:r>
              <a:rPr lang="en-US" dirty="0"/>
              <a:t>Embedded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30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F37F-821F-81A2-E432-75351EA7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Descriptors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E2A6D-E94E-1C70-32AB-5D6619E7F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Core Idea</a:t>
            </a:r>
          </a:p>
          <a:p>
            <a:r>
              <a:rPr lang="en-US" dirty="0"/>
              <a:t>Once </a:t>
            </a:r>
            <a:r>
              <a:rPr lang="en-US" dirty="0" err="1"/>
              <a:t>keypoints</a:t>
            </a:r>
            <a:r>
              <a:rPr lang="en-US" dirty="0"/>
              <a:t> are detected → we must </a:t>
            </a:r>
            <a:r>
              <a:rPr lang="en-US" b="1" dirty="0"/>
              <a:t>describe them numerically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r>
              <a:rPr lang="en-US" dirty="0"/>
              <a:t>Because computers compare </a:t>
            </a:r>
            <a:r>
              <a:rPr lang="en-US" b="1" dirty="0"/>
              <a:t>numbers, not pixels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981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1965-FECE-FB28-EA1F-C9B47A16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SIFT (Scale-Invariant Feature Transform)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B26AA-E35E-96BB-4813-FAB001FA08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Scale-space creation</a:t>
            </a:r>
          </a:p>
          <a:p>
            <a:r>
              <a:rPr lang="en-US" dirty="0"/>
              <a:t>Blur image at multiple scales </a:t>
            </a:r>
          </a:p>
          <a:p>
            <a:pPr marL="0" indent="0">
              <a:buNone/>
            </a:pPr>
            <a:r>
              <a:rPr lang="en-US" b="1" dirty="0"/>
              <a:t>2. Difference of Gaussian (</a:t>
            </a:r>
            <a:r>
              <a:rPr lang="en-US" b="1" dirty="0" err="1"/>
              <a:t>DoG</a:t>
            </a:r>
            <a:r>
              <a:rPr lang="en-US" b="1" dirty="0"/>
              <a:t>)</a:t>
            </a:r>
          </a:p>
          <a:p>
            <a:r>
              <a:rPr lang="en-US" dirty="0"/>
              <a:t>Detect extrema (potential </a:t>
            </a:r>
            <a:r>
              <a:rPr lang="en-US" dirty="0" err="1"/>
              <a:t>keypoints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 err="1"/>
              <a:t>Keypoint</a:t>
            </a:r>
            <a:r>
              <a:rPr lang="en-US" b="1" dirty="0"/>
              <a:t> localization</a:t>
            </a:r>
          </a:p>
          <a:p>
            <a:r>
              <a:rPr lang="en-US" dirty="0"/>
              <a:t>Remove weak/unstable points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64DCFE-6997-4A9C-7609-74EDE675DE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4. Orientation assignment</a:t>
            </a:r>
          </a:p>
          <a:p>
            <a:r>
              <a:rPr lang="en-IN" dirty="0"/>
              <a:t>Compute dominant gradient direction </a:t>
            </a:r>
          </a:p>
          <a:p>
            <a:pPr marL="0" indent="0">
              <a:buNone/>
            </a:pPr>
            <a:r>
              <a:rPr lang="en-IN" b="1" dirty="0"/>
              <a:t>5. Descriptor creation</a:t>
            </a:r>
          </a:p>
          <a:p>
            <a:r>
              <a:rPr lang="en-IN" dirty="0"/>
              <a:t>Divide region into 4×4 grid </a:t>
            </a:r>
          </a:p>
          <a:p>
            <a:r>
              <a:rPr lang="en-IN" dirty="0"/>
              <a:t>Compute gradient histograms </a:t>
            </a:r>
          </a:p>
          <a:p>
            <a:pPr marL="0" indent="0">
              <a:buNone/>
            </a:pPr>
            <a:r>
              <a:rPr lang="en-IN" dirty="0"/>
              <a:t>👉 Final: </a:t>
            </a:r>
            <a:r>
              <a:rPr lang="en-IN" b="1" dirty="0"/>
              <a:t>128-dimensional vector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491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0A4738-6C21-BB8F-545F-4663BC6D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245414-BDAC-6477-C05A-72B80ACA7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 Strength</a:t>
            </a:r>
          </a:p>
          <a:p>
            <a:r>
              <a:rPr lang="en-IN" dirty="0"/>
              <a:t>Invariant to: </a:t>
            </a:r>
          </a:p>
          <a:p>
            <a:pPr lvl="1"/>
            <a:r>
              <a:rPr lang="en-IN" dirty="0"/>
              <a:t>Scale </a:t>
            </a:r>
          </a:p>
          <a:p>
            <a:pPr lvl="1"/>
            <a:r>
              <a:rPr lang="en-IN" dirty="0"/>
              <a:t>Rotation </a:t>
            </a:r>
          </a:p>
          <a:p>
            <a:pPr lvl="1"/>
            <a:r>
              <a:rPr lang="en-IN" dirty="0"/>
              <a:t>Illumination (partially) </a:t>
            </a:r>
          </a:p>
          <a:p>
            <a:pPr marL="0" indent="0">
              <a:buNone/>
            </a:pPr>
            <a:r>
              <a:rPr lang="en-IN" b="1" dirty="0"/>
              <a:t> Limitation</a:t>
            </a:r>
          </a:p>
          <a:p>
            <a:r>
              <a:rPr lang="en-IN" dirty="0"/>
              <a:t>Heavy computation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797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2F20-7E14-53A7-AC02-F38C97E5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SURF (Speeded-Up Robust Features)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C1B08-2245-23CA-FE58-D2510C3C1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SURF is designed to </a:t>
            </a:r>
            <a:r>
              <a:rPr lang="en-US" b="1" dirty="0"/>
              <a:t>approximate SIFT but much faster</a:t>
            </a:r>
            <a:r>
              <a:rPr lang="en-US" dirty="0"/>
              <a:t>, while still being robust to:</a:t>
            </a:r>
          </a:p>
          <a:p>
            <a:r>
              <a:rPr lang="en-US" dirty="0"/>
              <a:t>Scale changes </a:t>
            </a:r>
          </a:p>
          <a:p>
            <a:r>
              <a:rPr lang="en-US" dirty="0"/>
              <a:t>Rotation </a:t>
            </a:r>
          </a:p>
          <a:p>
            <a:r>
              <a:rPr lang="en-US" dirty="0"/>
              <a:t>Illumination (partially)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612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36CC-3101-393D-64D9-42239BD7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Concept: Hessian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F6312-11A4-7CB0-AD0A-108DA5574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SURF detects </a:t>
                </a:r>
                <a:r>
                  <a:rPr lang="en-IN" dirty="0" err="1"/>
                  <a:t>keypoints</a:t>
                </a:r>
                <a:r>
                  <a:rPr lang="en-IN" dirty="0"/>
                  <a:t> using the </a:t>
                </a:r>
                <a:r>
                  <a:rPr lang="en-IN" b="1" dirty="0"/>
                  <a:t>Hessian matrix</a:t>
                </a:r>
                <a:r>
                  <a:rPr lang="en-IN" dirty="0"/>
                  <a:t>, which captures curvature (second-order intensity change).</a:t>
                </a:r>
              </a:p>
              <a:p>
                <a:r>
                  <a:rPr lang="en-IN" b="1" dirty="0"/>
                  <a:t>Hessian Matrix: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𝐻</m:t>
                    </m:r>
                    <m:r>
                      <a:rPr lang="en-IN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𝐿</m:t>
                                  </m:r>
                                </m:e>
                                <m:sub>
                                  <m:r>
                                    <a:rPr lang="ar-AE" i="1"/>
                                    <m:t>𝑥𝑥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𝐿</m:t>
                                  </m:r>
                                </m:e>
                                <m:sub>
                                  <m:r>
                                    <a:rPr lang="ar-AE" i="1"/>
                                    <m:t>𝑥𝑦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𝐿</m:t>
                                  </m:r>
                                </m:e>
                                <m:sub>
                                  <m:r>
                                    <a:rPr lang="ar-AE" i="1"/>
                                    <m:t>𝑥𝑦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𝐿</m:t>
                                  </m:r>
                                </m:e>
                                <m:sub>
                                  <m:r>
                                    <a:rPr lang="ar-AE" i="1"/>
                                    <m:t>𝑦𝑦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𝐿</m:t>
                        </m:r>
                      </m:e>
                      <m:sub>
                        <m:r>
                          <a:rPr lang="ar-AE" i="1"/>
                          <m:t>𝑥𝑥</m:t>
                        </m:r>
                      </m:sub>
                    </m:sSub>
                    <m:r>
                      <a:rPr lang="ar-AE"/>
                      <m:t>,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𝐿</m:t>
                        </m:r>
                      </m:e>
                      <m:sub>
                        <m:r>
                          <a:rPr lang="ar-AE" i="1"/>
                          <m:t>𝑦𝑦</m:t>
                        </m:r>
                      </m:sub>
                    </m:sSub>
                    <m:r>
                      <a:rPr lang="ar-AE"/>
                      <m:t>,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𝐿</m:t>
                        </m:r>
                      </m:e>
                      <m:sub>
                        <m:r>
                          <a:rPr lang="ar-AE" i="1"/>
                          <m:t>𝑥𝑦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second-order Gaussian derivatives </a:t>
                </a:r>
              </a:p>
              <a:p>
                <a:pPr marL="0" indent="0">
                  <a:buNone/>
                </a:pPr>
                <a:r>
                  <a:rPr lang="en-IN" dirty="0"/>
                  <a:t>👉 </a:t>
                </a:r>
                <a:r>
                  <a:rPr lang="en-IN" dirty="0" err="1"/>
                  <a:t>Keypoints</a:t>
                </a:r>
                <a:r>
                  <a:rPr lang="en-IN" dirty="0"/>
                  <a:t> are detected where </a:t>
                </a:r>
                <a:r>
                  <a:rPr lang="en-IN" b="1" dirty="0"/>
                  <a:t>determinant is maximum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DF6312-11A4-7CB0-AD0A-108DA5574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949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24A1-C97A-9DF4-0007-A4AE3683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Optimization (Why SURF is Fast)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E3B31-9CF2-4877-5908-D6D2B29B6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🔹 Integral Images</a:t>
            </a:r>
          </a:p>
          <a:p>
            <a:r>
              <a:rPr lang="en-IN" dirty="0"/>
              <a:t>Converts image into cumulative sum representation </a:t>
            </a:r>
          </a:p>
          <a:p>
            <a:r>
              <a:rPr lang="en-IN" dirty="0"/>
              <a:t>Allows fast computation of box filters </a:t>
            </a:r>
          </a:p>
          <a:p>
            <a:pPr marL="0" indent="0">
              <a:buNone/>
            </a:pPr>
            <a:r>
              <a:rPr lang="en-IN" dirty="0"/>
              <a:t> Computation becomes </a:t>
            </a:r>
            <a:r>
              <a:rPr lang="en-IN" b="1" dirty="0"/>
              <a:t>independent of filter size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Box Filters instead of Gaussian</a:t>
            </a:r>
          </a:p>
          <a:p>
            <a:r>
              <a:rPr lang="en-IN" dirty="0"/>
              <a:t>Approximates Gaussian with rectangular filters </a:t>
            </a:r>
          </a:p>
          <a:p>
            <a:r>
              <a:rPr lang="en-IN" dirty="0"/>
              <a:t>Much faster computation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72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5D1F-B4C5-9C50-E470-AE27D0E5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23F9-FB98-92D0-BDEC-FFBED62EB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Advantages of SURF</a:t>
            </a:r>
          </a:p>
          <a:p>
            <a:r>
              <a:rPr lang="en-US" dirty="0"/>
              <a:t>Faster than SIFT </a:t>
            </a:r>
          </a:p>
          <a:p>
            <a:r>
              <a:rPr lang="en-US" dirty="0"/>
              <a:t>Scale + rotation invariant </a:t>
            </a:r>
          </a:p>
          <a:p>
            <a:r>
              <a:rPr lang="en-US" dirty="0"/>
              <a:t>Good robustness </a:t>
            </a:r>
          </a:p>
          <a:p>
            <a:pPr marL="0" indent="0">
              <a:buNone/>
            </a:pPr>
            <a:r>
              <a:rPr lang="en-US" b="1" dirty="0"/>
              <a:t> Limitations</a:t>
            </a:r>
          </a:p>
          <a:p>
            <a:r>
              <a:rPr lang="en-US" dirty="0"/>
              <a:t>Still computationally heavy for embedded systems </a:t>
            </a:r>
          </a:p>
          <a:p>
            <a:r>
              <a:rPr lang="en-US" dirty="0"/>
              <a:t>Patent restrictions (historically limited usage)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95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D642-DAC5-D0F5-7785-2DE3C257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 (Oriented FAST and Rotated BRIEF)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664E-B7E5-F50C-AAB8-76D9578F3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ORB is designed for: </a:t>
            </a:r>
            <a:r>
              <a:rPr lang="en-US" b="1" dirty="0"/>
              <a:t>Real-time, low-power systems</a:t>
            </a:r>
            <a:endParaRPr lang="en-US" dirty="0"/>
          </a:p>
          <a:p>
            <a:r>
              <a:rPr lang="en-US" dirty="0"/>
              <a:t>It combines:</a:t>
            </a:r>
          </a:p>
          <a:p>
            <a:pPr lvl="1"/>
            <a:r>
              <a:rPr lang="en-US" dirty="0"/>
              <a:t>FAST → </a:t>
            </a:r>
            <a:r>
              <a:rPr lang="en-US" dirty="0" err="1"/>
              <a:t>keypoint</a:t>
            </a:r>
            <a:r>
              <a:rPr lang="en-US" dirty="0"/>
              <a:t> detection </a:t>
            </a:r>
          </a:p>
          <a:p>
            <a:pPr lvl="1"/>
            <a:r>
              <a:rPr lang="en-US" dirty="0"/>
              <a:t>BRIEF → descriptor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280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A7C8-6E7B-5F38-3A1A-35E1AD8B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6D3E-94C8-97C9-DC9E-933EE9B6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b="1" dirty="0" err="1"/>
              <a:t>Keypoint</a:t>
            </a:r>
            <a:r>
              <a:rPr lang="en-US" b="1" dirty="0"/>
              <a:t> Detection (FAST)</a:t>
            </a:r>
          </a:p>
          <a:p>
            <a:r>
              <a:rPr lang="en-US" dirty="0"/>
              <a:t>Uses intensity comparison around a circle </a:t>
            </a:r>
          </a:p>
          <a:p>
            <a:r>
              <a:rPr lang="en-US" dirty="0"/>
              <a:t>Very fast binary decision </a:t>
            </a:r>
          </a:p>
          <a:p>
            <a:r>
              <a:rPr lang="en-US" dirty="0"/>
              <a:t>Not rotation invariant ❌ </a:t>
            </a:r>
          </a:p>
          <a:p>
            <a:pPr marL="0" indent="0">
              <a:buNone/>
            </a:pPr>
            <a:r>
              <a:rPr lang="en-US" b="1" dirty="0"/>
              <a:t>2. Orientation Assignment (Fixing FAST)</a:t>
            </a:r>
          </a:p>
          <a:p>
            <a:r>
              <a:rPr lang="en-US" dirty="0"/>
              <a:t>ORB adds: </a:t>
            </a:r>
            <a:r>
              <a:rPr lang="en-US" b="1" dirty="0"/>
              <a:t>Intensity centroid method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👉 Computes direction of patch:</a:t>
            </a:r>
          </a:p>
          <a:p>
            <a:r>
              <a:rPr lang="en-US" dirty="0"/>
              <a:t>Gives orientation angle </a:t>
            </a:r>
          </a:p>
          <a:p>
            <a:r>
              <a:rPr lang="en-US" dirty="0"/>
              <a:t>Now rotation invariant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616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C49F-F97A-1BDE-DD1F-9BEDCBDB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38A32B-DFE1-1049-BEE0-87A41E924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3. Descriptor: BRIEF (Binary Robust Independent Elementary Features)</a:t>
                </a:r>
              </a:p>
              <a:p>
                <a:r>
                  <a:rPr lang="en-IN" b="1" dirty="0"/>
                  <a:t>Idea: </a:t>
                </a:r>
                <a:r>
                  <a:rPr lang="en-IN" dirty="0"/>
                  <a:t>Compare intensity of pixel pairs </a:t>
                </a:r>
              </a:p>
              <a:p>
                <a:pPr marL="0" indent="0">
                  <a:buNone/>
                </a:pPr>
                <a:r>
                  <a:rPr lang="en-IN" dirty="0"/>
                  <a:t>Example: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𝜏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𝑝</m:t>
                            </m:r>
                          </m:e>
                          <m:sub>
                            <m:r>
                              <a:rPr lang="ar-AE" i="1"/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𝑝</m:t>
                            </m:r>
                          </m:e>
                          <m:sub>
                            <m:r>
                              <a:rPr lang="ar-AE" i="1"/>
                              <m:t>𝑗</m:t>
                            </m:r>
                          </m:sub>
                        </m:sSub>
                      </m:e>
                    </m:d>
                    <m:r>
                      <a:rPr lang="ar-AE"/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i="1"/>
                                <m:t> </m:t>
                              </m:r>
                              <m:r>
                                <a:rPr lang="en-IN" i="1"/>
                                <m:t>𝐼</m:t>
                              </m:r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i="1"/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i="1"/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/>
                                <m:t>&lt;</m:t>
                              </m:r>
                              <m:r>
                                <a:rPr lang="ar-AE" i="1"/>
                                <m:t>𝐼</m:t>
                              </m:r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/>
                                      </m:ctrlPr>
                                    </m:sSubPr>
                                    <m:e>
                                      <m:r>
                                        <a:rPr lang="ar-AE" i="1"/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i="1"/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i="1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  <a:p>
                <a:r>
                  <a:rPr lang="en-IN" dirty="0"/>
                  <a:t>Generates </a:t>
                </a:r>
                <a:r>
                  <a:rPr lang="en-IN" b="1" dirty="0"/>
                  <a:t>binary string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38A32B-DFE1-1049-BEE0-87A41E924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360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A3D2-F3E9-6584-301E-B0FAFEA0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A4C1B-5CC5-B43E-1700-6677F92CE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Rotated BRIEF (</a:t>
            </a:r>
            <a:r>
              <a:rPr lang="en-US" b="1" dirty="0" err="1"/>
              <a:t>rBRIEF</a:t>
            </a:r>
            <a:r>
              <a:rPr lang="en-US" b="1" dirty="0"/>
              <a:t>)</a:t>
            </a:r>
          </a:p>
          <a:p>
            <a:r>
              <a:rPr lang="en-US" dirty="0"/>
              <a:t>Rotates descriptor according to </a:t>
            </a:r>
            <a:r>
              <a:rPr lang="en-US" dirty="0" err="1"/>
              <a:t>keypoint</a:t>
            </a:r>
            <a:r>
              <a:rPr lang="en-US" dirty="0"/>
              <a:t> orientation </a:t>
            </a:r>
          </a:p>
          <a:p>
            <a:r>
              <a:rPr lang="en-US" dirty="0"/>
              <a:t>Ensures rotation invariance </a:t>
            </a:r>
          </a:p>
          <a:p>
            <a:pPr marL="0" indent="0">
              <a:buNone/>
            </a:pPr>
            <a:r>
              <a:rPr lang="en-US" b="1" dirty="0"/>
              <a:t>5. Matching</a:t>
            </a:r>
          </a:p>
          <a:p>
            <a:r>
              <a:rPr lang="en-US" dirty="0"/>
              <a:t>Uses </a:t>
            </a:r>
            <a:r>
              <a:rPr lang="en-US" b="1" dirty="0"/>
              <a:t>Hamming distance</a:t>
            </a:r>
            <a:r>
              <a:rPr lang="en-US" dirty="0"/>
              <a:t> (very fast)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112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7C23-CD58-2087-B4B9-138B22F3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SURF VS ORB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ED7A54-B6CD-611E-BBBC-885C67144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825899"/>
              </p:ext>
            </p:extLst>
          </p:nvPr>
        </p:nvGraphicFramePr>
        <p:xfrm>
          <a:off x="1524000" y="2499360"/>
          <a:ext cx="9144000" cy="292608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8198768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9648222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0119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SURF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566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125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 (64D)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6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Euclidean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315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65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Scale Invariance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08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Rotation Invariance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53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26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975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ABE0-16DE-080D-6A13-876CF7E6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38F8-F8E4-261C-7B3D-6473EBD6F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idea is to  match features between two images</a:t>
            </a:r>
          </a:p>
          <a:p>
            <a:pPr marL="0" indent="0">
              <a:buNone/>
            </a:pPr>
            <a:r>
              <a:rPr lang="en-US" dirty="0"/>
              <a:t>👉 Example:</a:t>
            </a:r>
          </a:p>
          <a:p>
            <a:r>
              <a:rPr lang="en-US" dirty="0"/>
              <a:t>Same object in two images </a:t>
            </a:r>
          </a:p>
          <a:p>
            <a:r>
              <a:rPr lang="en-US" dirty="0"/>
              <a:t>Find corresponding points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022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A073-7EC9-F3BF-6739-EDC7E464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Brute Force Matching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2AE82-9681-E577-5383-44EDAD21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Try everything and pick the best match</a:t>
            </a:r>
            <a:endParaRPr lang="en-US" dirty="0"/>
          </a:p>
          <a:p>
            <a:r>
              <a:rPr lang="en-US" dirty="0"/>
              <a:t>For every feature in Image A:</a:t>
            </a:r>
          </a:p>
          <a:p>
            <a:r>
              <a:rPr lang="en-US" dirty="0"/>
              <a:t>Compare with </a:t>
            </a:r>
            <a:r>
              <a:rPr lang="en-US" b="1" dirty="0"/>
              <a:t>all features in Image B</a:t>
            </a:r>
            <a:r>
              <a:rPr lang="en-US" dirty="0"/>
              <a:t> </a:t>
            </a:r>
          </a:p>
          <a:p>
            <a:r>
              <a:rPr lang="en-US" dirty="0"/>
              <a:t>Choose the closest one </a:t>
            </a:r>
          </a:p>
          <a:p>
            <a:endParaRPr lang="en-IN" dirty="0"/>
          </a:p>
          <a:p>
            <a:r>
              <a:rPr lang="en-US" dirty="0"/>
              <a:t>Think of it like: “Compare one fingerprint with every fingerprint in the database and pick the closest match.”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659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59B3-FEA2-FB42-3F11-248DEDD4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ABA65-C142-DB2A-30D8-49AA9176DF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Working Steps</a:t>
                </a:r>
              </a:p>
              <a:p>
                <a:r>
                  <a:rPr lang="en-IN" dirty="0"/>
                  <a:t>Extract descriptors from two images </a:t>
                </a:r>
              </a:p>
              <a:p>
                <a:pPr lvl="1"/>
                <a:r>
                  <a:rPr lang="en-IN" dirty="0"/>
                  <a:t>Image A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𝐷</m:t>
                        </m:r>
                      </m:e>
                      <m:sub>
                        <m:r>
                          <a:rPr lang="ar-AE" i="1"/>
                          <m:t>𝐴</m:t>
                        </m:r>
                      </m:sub>
                    </m:sSub>
                    <m:r>
                      <a:rPr lang="ar-AE"/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/>
                          <m:t>.</m:t>
                        </m:r>
                      </m:e>
                      <m:e>
                        <m:r>
                          <a:rPr lang="ar-AE"/>
                          <m:t>..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 i="1"/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IN" dirty="0"/>
                  <a:t>Image B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𝐷</m:t>
                        </m:r>
                      </m:e>
                      <m:sub>
                        <m:r>
                          <a:rPr lang="ar-AE" i="1"/>
                          <m:t>𝐵</m:t>
                        </m:r>
                      </m:sub>
                    </m:sSub>
                    <m:r>
                      <a:rPr lang="ar-AE"/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/>
                        </m:ctrlPr>
                      </m:dPr>
                      <m:e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  <m:sup>
                            <m:r>
                              <a:rPr lang="ar-AE"/>
                              <m:t>′</m:t>
                            </m:r>
                          </m:sup>
                        </m:sSubSup>
                      </m:e>
                      <m:e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  <m:sup>
                            <m:r>
                              <a:rPr lang="ar-AE"/>
                              <m:t>′</m:t>
                            </m:r>
                          </m:sup>
                        </m:sSubSup>
                      </m:e>
                      <m:e>
                        <m:r>
                          <a:rPr lang="ar-AE"/>
                          <m:t>.</m:t>
                        </m:r>
                      </m:e>
                      <m:e>
                        <m:r>
                          <a:rPr lang="ar-AE"/>
                          <m:t>..</m:t>
                        </m:r>
                        <m:sSubSup>
                          <m:sSubSupPr>
                            <m:ctrlPr>
                              <a:rPr lang="ar-AE" i="1"/>
                            </m:ctrlPr>
                          </m:sSubSupPr>
                          <m:e>
                            <m:r>
                              <a:rPr lang="ar-AE" i="1"/>
                              <m:t>𝑑</m:t>
                            </m:r>
                          </m:e>
                          <m:sub>
                            <m:r>
                              <a:rPr lang="ar-AE" i="1"/>
                              <m:t>𝑚</m:t>
                            </m:r>
                          </m:sub>
                          <m:sup>
                            <m:r>
                              <a:rPr lang="ar-AE"/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For each descriptor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𝑑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in A: </a:t>
                </a:r>
              </a:p>
              <a:p>
                <a:pPr lvl="1"/>
                <a:r>
                  <a:rPr lang="en-IN" dirty="0"/>
                  <a:t>Compute distance with all descriptors in B </a:t>
                </a:r>
              </a:p>
              <a:p>
                <a:r>
                  <a:rPr lang="en-IN" dirty="0"/>
                  <a:t>Select: </a:t>
                </a:r>
              </a:p>
              <a:p>
                <a:pPr lvl="1"/>
                <a:r>
                  <a:rPr lang="en-IN" b="1" dirty="0"/>
                  <a:t>Best match (minimum distance)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ABA65-C142-DB2A-30D8-49AA9176D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233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89DD-1E69-25D5-A60D-8F3DF444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EF17C-2CA2-76F0-E41C-960FB4850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Distance Metrics</a:t>
                </a:r>
              </a:p>
              <a:p>
                <a:pPr marL="0" indent="0">
                  <a:buNone/>
                </a:pPr>
                <a:r>
                  <a:rPr lang="en-IN" b="1" dirty="0"/>
                  <a:t>🔹 For SIFT / SURF (floating descriptors)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Distance</m:t>
                      </m:r>
                      <m:r>
                        <a:rPr lang="en-IN"/>
                        <m:t>=</m:t>
                      </m:r>
                      <m:rad>
                        <m:radPr>
                          <m:degHide m:val="on"/>
                          <m:ctrlPr>
                            <a:rPr lang="ar-AE" i="1"/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/>
                              </m:ctrlPr>
                            </m:naryPr>
                            <m:sub/>
                            <m:sup/>
                            <m:e>
                              <m:r>
                                <a:rPr lang="ar-AE"/>
                                <m:t>(</m:t>
                              </m:r>
                            </m:e>
                          </m:nary>
                          <m:d>
                            <m:dPr>
                              <m:begChr m:val=""/>
                              <m:endChr m:val=""/>
                              <m:ctrlPr>
                                <a:rPr lang="ar-AE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𝑑</m:t>
                                  </m:r>
                                </m:e>
                                <m:sub>
                                  <m:r>
                                    <a:rPr lang="ar-AE" i="1"/>
                                    <m:t>𝑖</m:t>
                                  </m:r>
                                </m:sub>
                              </m:sSub>
                              <m:r>
                                <a:rPr lang="ar-AE"/>
                                <m:t>−</m:t>
                              </m:r>
                              <m:sSub>
                                <m:sSubPr>
                                  <m:ctrlPr>
                                    <a:rPr lang="ar-AE" i="1"/>
                                  </m:ctrlPr>
                                </m:sSubPr>
                                <m:e>
                                  <m:r>
                                    <a:rPr lang="ar-AE" i="1"/>
                                    <m:t>𝑑</m:t>
                                  </m:r>
                                </m:e>
                                <m:sub>
                                  <m:r>
                                    <a:rPr lang="ar-AE" i="1"/>
                                    <m:t>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/>
                                      </m:ctrlPr>
                                    </m:dPr>
                                    <m:e>
                                      <m:r>
                                        <a:rPr lang="ar-AE"/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/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n-IN" dirty="0"/>
                  <a:t>👉 Euclidean distance</a:t>
                </a:r>
              </a:p>
              <a:p>
                <a:pPr marL="0" indent="0">
                  <a:buNone/>
                </a:pPr>
                <a:r>
                  <a:rPr lang="en-IN" b="1" dirty="0"/>
                  <a:t>🔹 For ORB (binary descriptors)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Distance</m:t>
                    </m:r>
                    <m:r>
                      <a:rPr lang="en-IN"/>
                      <m:t>=</m:t>
                    </m:r>
                    <m:r>
                      <m:rPr>
                        <m:nor/>
                      </m:rPr>
                      <a:rPr lang="en-IN" i="1"/>
                      <m:t>Hamming</m:t>
                    </m:r>
                    <m:r>
                      <m:rPr>
                        <m:nor/>
                      </m:rPr>
                      <a:rPr lang="en-IN" i="1"/>
                      <m:t> </m:t>
                    </m:r>
                    <m:r>
                      <m:rPr>
                        <m:nor/>
                      </m:rPr>
                      <a:rPr lang="en-IN" i="1"/>
                      <m:t>distance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👉 Counts number of differing bits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EF17C-2CA2-76F0-E41C-960FB4850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587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A756-AAA9-9468-92A2-0E529122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FLANN Matcher (Fast Library for Approximate Nearest Neighbors)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35C57-7BF8-C790-081C-DCA3084BC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search everything - search smartly</a:t>
            </a:r>
            <a:endParaRPr lang="en-US" dirty="0"/>
          </a:p>
          <a:p>
            <a:r>
              <a:rPr lang="en-US" dirty="0"/>
              <a:t>Instead of checking all points:</a:t>
            </a:r>
          </a:p>
          <a:p>
            <a:r>
              <a:rPr lang="en-US" dirty="0"/>
              <a:t>Use </a:t>
            </a:r>
            <a:r>
              <a:rPr lang="en-US" b="1" dirty="0"/>
              <a:t>data structures (trees/clusters)</a:t>
            </a:r>
            <a:r>
              <a:rPr lang="en-US" dirty="0"/>
              <a:t> </a:t>
            </a:r>
          </a:p>
          <a:p>
            <a:r>
              <a:rPr lang="en-US" dirty="0"/>
              <a:t>Find </a:t>
            </a:r>
            <a:r>
              <a:rPr lang="en-US" b="1" dirty="0"/>
              <a:t>approximate nearest neighbor</a:t>
            </a:r>
            <a:endParaRPr lang="en-US" dirty="0"/>
          </a:p>
          <a:p>
            <a:endParaRPr lang="en-IN" dirty="0"/>
          </a:p>
          <a:p>
            <a:r>
              <a:rPr lang="en-US" b="1" dirty="0"/>
              <a:t>Intuition : </a:t>
            </a:r>
            <a:r>
              <a:rPr lang="en-US" dirty="0"/>
              <a:t>“Instead of searching the whole city, go directly to the right neighborhood.”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703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7911-3243-BCBA-83D4-127F46B9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FCB0-E930-B4AA-BC55-7D26E5D09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Working Principle</a:t>
            </a:r>
          </a:p>
          <a:p>
            <a:r>
              <a:rPr lang="en-US" dirty="0"/>
              <a:t>FLANN builds an </a:t>
            </a:r>
            <a:r>
              <a:rPr lang="en-US" b="1" dirty="0"/>
              <a:t>index structure</a:t>
            </a:r>
            <a:r>
              <a:rPr lang="en-US" dirty="0"/>
              <a:t>:</a:t>
            </a:r>
          </a:p>
          <a:p>
            <a:r>
              <a:rPr lang="en-US" b="1" dirty="0"/>
              <a:t>Common Methods:</a:t>
            </a:r>
          </a:p>
          <a:p>
            <a:pPr lvl="1"/>
            <a:r>
              <a:rPr lang="en-US" dirty="0"/>
              <a:t>KD-Tree (for low dimensions) </a:t>
            </a:r>
          </a:p>
          <a:p>
            <a:pPr lvl="1"/>
            <a:r>
              <a:rPr lang="en-US" dirty="0"/>
              <a:t>K-means tree (for high dimensions) </a:t>
            </a:r>
          </a:p>
          <a:p>
            <a:pPr marL="0" indent="0">
              <a:buNone/>
            </a:pPr>
            <a:r>
              <a:rPr lang="en-US" b="1" dirty="0"/>
              <a:t>Step-by-Step</a:t>
            </a:r>
          </a:p>
          <a:p>
            <a:r>
              <a:rPr lang="en-US" dirty="0"/>
              <a:t>Build index on descriptors (Image B) </a:t>
            </a:r>
          </a:p>
          <a:p>
            <a:r>
              <a:rPr lang="en-US" dirty="0"/>
              <a:t>For each descriptor in A: </a:t>
            </a:r>
          </a:p>
          <a:p>
            <a:pPr lvl="1"/>
            <a:r>
              <a:rPr lang="en-US" dirty="0"/>
              <a:t>Search nearest neighbors using tree </a:t>
            </a:r>
          </a:p>
          <a:p>
            <a:r>
              <a:rPr lang="en-US" dirty="0"/>
              <a:t>Return approximate best matches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369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8C24-C9D5-472C-753C-A16514D1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BF vs FLANN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D83A2F1-D30D-D39A-3DD2-DE5D011C1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171465"/>
              </p:ext>
            </p:extLst>
          </p:nvPr>
        </p:nvGraphicFramePr>
        <p:xfrm>
          <a:off x="1524000" y="2865120"/>
          <a:ext cx="9144000" cy="219456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400354456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048184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69621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Brute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FLANN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17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Exhaustive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Approximate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55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910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Slightly 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543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(O(nm))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(O(n \log m))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92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Small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Large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05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863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ECDF-E8AB-600C-50F9-06C87957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Homography</a:t>
            </a:r>
            <a:r>
              <a:rPr lang="en-IN" dirty="0"/>
              <a:t> and Image alignment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5F4964-6587-080B-A555-7615A9BCD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Core Idea</a:t>
                </a:r>
              </a:p>
              <a:p>
                <a:r>
                  <a:rPr lang="en-IN" dirty="0"/>
                  <a:t>Find transformation between two images</a:t>
                </a:r>
              </a:p>
              <a:p>
                <a:pPr marL="0" indent="0">
                  <a:buNone/>
                </a:pPr>
                <a:r>
                  <a:rPr lang="en-IN" dirty="0"/>
                  <a:t>👉 Maps: One plane → another plane </a:t>
                </a:r>
              </a:p>
              <a:p>
                <a:pPr marL="0" indent="0">
                  <a:buNone/>
                </a:pPr>
                <a:r>
                  <a:rPr lang="en-IN" b="1" dirty="0"/>
                  <a:t>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/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i="1"/>
                                    </m:ctrlPr>
                                  </m:sSupPr>
                                  <m:e>
                                    <m:r>
                                      <a:rPr lang="ar-AE" i="1"/>
                                      <m:t>𝑥</m:t>
                                    </m:r>
                                  </m:e>
                                  <m:sup>
                                    <m:r>
                                      <a:rPr lang="ar-AE"/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ar-AE" i="1"/>
                                    </m:ctrlPr>
                                  </m:sSupPr>
                                  <m:e>
                                    <m:r>
                                      <a:rPr lang="ar-AE" i="1"/>
                                      <m:t>𝑦</m:t>
                                    </m:r>
                                  </m:e>
                                  <m:sup>
                                    <m:r>
                                      <a:rPr lang="ar-AE"/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ar-AE"/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/>
                        <m:t>=</m:t>
                      </m:r>
                      <m:r>
                        <a:rPr lang="ar-AE" i="1"/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/>
                              </m:ctrlPr>
                            </m:mPr>
                            <m:mr>
                              <m:e>
                                <m:r>
                                  <a:rPr lang="ar-AE" i="1"/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/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/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𝐻</m:t>
                    </m:r>
                  </m:oMath>
                </a14:m>
                <a:r>
                  <a:rPr lang="en-IN" dirty="0"/>
                  <a:t>= 3×3 matrix </a:t>
                </a:r>
              </a:p>
              <a:p>
                <a:r>
                  <a:rPr lang="en-IN" dirty="0"/>
                  <a:t>Needs </a:t>
                </a:r>
                <a:r>
                  <a:rPr lang="en-IN" b="1" dirty="0"/>
                  <a:t>at least 4 matching points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5F4964-6587-080B-A555-7615A9BCD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 b="-2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999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58A4-FBF3-660B-04A6-67B1880D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6A77-6321-853E-3D1B-E5B1E222F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It Handles</a:t>
            </a:r>
          </a:p>
          <a:p>
            <a:r>
              <a:rPr lang="en-US" dirty="0"/>
              <a:t>Rotation </a:t>
            </a:r>
          </a:p>
          <a:p>
            <a:r>
              <a:rPr lang="en-US" dirty="0"/>
              <a:t>Translation </a:t>
            </a:r>
          </a:p>
          <a:p>
            <a:r>
              <a:rPr lang="en-US" dirty="0"/>
              <a:t>Scaling </a:t>
            </a:r>
          </a:p>
          <a:p>
            <a:r>
              <a:rPr lang="en-US" dirty="0"/>
              <a:t>Perspective distortion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r>
              <a:rPr lang="en-US" dirty="0"/>
              <a:t>Object detection </a:t>
            </a:r>
          </a:p>
          <a:p>
            <a:r>
              <a:rPr lang="en-US" dirty="0"/>
              <a:t>Augmented reality </a:t>
            </a:r>
          </a:p>
          <a:p>
            <a:r>
              <a:rPr lang="en-US" dirty="0"/>
              <a:t>Image stitching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8208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2D73-283F-6FC8-6956-ACED15BB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RANSAC (Random Sample Consensus)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355D5-1ECF-DF6D-9C3D-EF466959C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Core Problem</a:t>
            </a:r>
          </a:p>
          <a:p>
            <a:r>
              <a:rPr lang="en-US" dirty="0"/>
              <a:t>When you match features between two images:</a:t>
            </a:r>
          </a:p>
          <a:p>
            <a:pPr marL="0" indent="0">
              <a:buNone/>
            </a:pPr>
            <a:r>
              <a:rPr lang="en-US" dirty="0"/>
              <a:t>We get:</a:t>
            </a:r>
          </a:p>
          <a:p>
            <a:r>
              <a:rPr lang="en-US" b="1" dirty="0"/>
              <a:t>Correct matches (inliers)</a:t>
            </a:r>
            <a:r>
              <a:rPr lang="en-US" dirty="0"/>
              <a:t> </a:t>
            </a:r>
          </a:p>
          <a:p>
            <a:r>
              <a:rPr lang="en-US" b="1" dirty="0"/>
              <a:t>Wrong matches (outliers)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wrong matches come from:</a:t>
            </a:r>
          </a:p>
          <a:p>
            <a:r>
              <a:rPr lang="en-US" dirty="0"/>
              <a:t>Noise </a:t>
            </a:r>
          </a:p>
          <a:p>
            <a:r>
              <a:rPr lang="en-US" dirty="0"/>
              <a:t>Repetitive textures </a:t>
            </a:r>
          </a:p>
          <a:p>
            <a:r>
              <a:rPr lang="en-US" dirty="0"/>
              <a:t>Descriptor errors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339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BAB7-42E4-40D0-6291-463A0F8C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03B8-63FF-93AA-AD31-D1CD5FBFD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 of RANSAC</a:t>
            </a:r>
          </a:p>
          <a:p>
            <a:pPr marL="0" indent="0">
              <a:buNone/>
            </a:pPr>
            <a:r>
              <a:rPr lang="en-US" dirty="0"/>
              <a:t>👉 Find a </a:t>
            </a:r>
            <a:r>
              <a:rPr lang="en-US" b="1" dirty="0"/>
              <a:t>correct mathematical model</a:t>
            </a:r>
            <a:r>
              <a:rPr lang="en-US" dirty="0"/>
              <a:t> (like a line, </a:t>
            </a:r>
            <a:r>
              <a:rPr lang="en-US" dirty="0" err="1"/>
              <a:t>homography</a:t>
            </a:r>
            <a:r>
              <a:rPr lang="en-US" dirty="0"/>
              <a:t>, etc.)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Ignore outliers automatically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Think like this:</a:t>
            </a:r>
          </a:p>
          <a:p>
            <a:r>
              <a:rPr lang="en-US" dirty="0"/>
              <a:t>“If most matches are correct, I can randomly pick a few points, build a model, and check how many agree with it.”</a:t>
            </a:r>
          </a:p>
          <a:p>
            <a:r>
              <a:rPr lang="en-US" dirty="0"/>
              <a:t>The correct model will have </a:t>
            </a:r>
            <a:r>
              <a:rPr lang="en-US" b="1" dirty="0"/>
              <a:t>maximum agreement (inliers)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861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AA663D-31C0-B39E-C8AE-A81E99C6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9A8991-A82F-E40E-ABD1-DD66B312F6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 Random Sampling</a:t>
            </a:r>
          </a:p>
          <a:p>
            <a:r>
              <a:rPr lang="en-US" dirty="0"/>
              <a:t>Select </a:t>
            </a:r>
            <a:r>
              <a:rPr lang="en-US" b="1" dirty="0"/>
              <a:t>minimum number of points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Line → 2 points </a:t>
            </a:r>
          </a:p>
          <a:p>
            <a:pPr lvl="1"/>
            <a:r>
              <a:rPr lang="en-US" dirty="0" err="1"/>
              <a:t>Homography</a:t>
            </a:r>
            <a:r>
              <a:rPr lang="en-US" dirty="0"/>
              <a:t> → 4 points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Step 2: Model Estimation</a:t>
            </a:r>
          </a:p>
          <a:p>
            <a:r>
              <a:rPr lang="en-US" dirty="0"/>
              <a:t>Compute model using selected points </a:t>
            </a:r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Line equation </a:t>
            </a:r>
          </a:p>
          <a:p>
            <a:pPr lvl="2"/>
            <a:r>
              <a:rPr lang="en-US" dirty="0" err="1"/>
              <a:t>Homography</a:t>
            </a:r>
            <a:r>
              <a:rPr lang="en-US" dirty="0"/>
              <a:t> matrix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04B5136-C236-7165-133D-6242DF94D77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Step 3: Consensus (Check Inliers)</a:t>
                </a:r>
              </a:p>
              <a:p>
                <a:r>
                  <a:rPr lang="en-IN" dirty="0"/>
                  <a:t>For all points:</a:t>
                </a:r>
              </a:p>
              <a:p>
                <a:r>
                  <a:rPr lang="en-IN" dirty="0"/>
                  <a:t>Compute </a:t>
                </a:r>
                <a:r>
                  <a:rPr lang="en-IN" b="1" dirty="0"/>
                  <a:t>error</a:t>
                </a:r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en-IN" dirty="0"/>
                  <a:t>Example: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error</m:t>
                    </m:r>
                    <m:r>
                      <a:rPr lang="en-IN"/>
                      <m:t>=∥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𝑥</m:t>
                        </m:r>
                      </m:e>
                      <m:sup>
                        <m:r>
                          <a:rPr lang="ar-AE"/>
                          <m:t>′</m:t>
                        </m:r>
                      </m:sup>
                    </m:sSup>
                    <m:r>
                      <a:rPr lang="ar-AE"/>
                      <m:t>−</m:t>
                    </m:r>
                    <m:r>
                      <a:rPr lang="ar-AE" i="1"/>
                      <m:t>𝐻𝑥</m:t>
                    </m:r>
                    <m:r>
                      <a:rPr lang="ar-AE"/>
                      <m:t>∥</m:t>
                    </m:r>
                  </m:oMath>
                </a14:m>
                <a:endParaRPr lang="ar-AE" b="0" dirty="0"/>
              </a:p>
              <a:p>
                <a:r>
                  <a:rPr lang="en-IN" dirty="0"/>
                  <a:t> If error &lt; threshold → </a:t>
                </a:r>
                <a:r>
                  <a:rPr lang="en-IN" b="1" dirty="0"/>
                  <a:t>inlier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Step 4: Count Inliers</a:t>
                </a:r>
              </a:p>
              <a:p>
                <a:r>
                  <a:rPr lang="en-IN" dirty="0"/>
                  <a:t>Count how many points fit the model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04B5136-C236-7165-133D-6242DF94D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545" t="-1427" b="-2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495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A31CCB-6B4A-A4C8-87F5-8DC57E1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79EC-7220-01FF-5FAA-87ADC0F3E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5: Repeat</a:t>
            </a:r>
          </a:p>
          <a:p>
            <a:r>
              <a:rPr lang="en-US" dirty="0"/>
              <a:t>Repeat steps many times </a:t>
            </a:r>
          </a:p>
          <a:p>
            <a:pPr marL="0" indent="0">
              <a:buNone/>
            </a:pPr>
            <a:r>
              <a:rPr lang="en-US" b="1" dirty="0"/>
              <a:t>Step 6: Select Best Model</a:t>
            </a:r>
          </a:p>
          <a:p>
            <a:r>
              <a:rPr lang="en-US" dirty="0"/>
              <a:t>Choose model with: </a:t>
            </a:r>
          </a:p>
          <a:p>
            <a:pPr lvl="1"/>
            <a:r>
              <a:rPr lang="en-US" dirty="0"/>
              <a:t>Maximum inliers </a:t>
            </a:r>
          </a:p>
          <a:p>
            <a:pPr lvl="1"/>
            <a:r>
              <a:rPr lang="en-US" dirty="0"/>
              <a:t>Minimum error </a:t>
            </a:r>
          </a:p>
          <a:p>
            <a:pPr marL="0" indent="0">
              <a:buNone/>
            </a:pPr>
            <a:r>
              <a:rPr lang="en-US" b="1" dirty="0"/>
              <a:t>Step 7: Final Refinement</a:t>
            </a:r>
          </a:p>
          <a:p>
            <a:r>
              <a:rPr lang="en-US" dirty="0"/>
              <a:t>Recompute model using </a:t>
            </a:r>
            <a:r>
              <a:rPr lang="en-US" b="1" dirty="0"/>
              <a:t>all inliers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265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598B-F6C5-E081-B046-B052A6D2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RANSAC in image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D6578-D1A7-2694-0FFD-77D490746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29715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With Feature Matching</a:t>
            </a:r>
          </a:p>
          <a:p>
            <a:r>
              <a:rPr lang="en-US" dirty="0"/>
              <a:t>After matching:</a:t>
            </a:r>
          </a:p>
          <a:p>
            <a:r>
              <a:rPr lang="en-US" dirty="0"/>
              <a:t>Many incorrect matches  </a:t>
            </a:r>
          </a:p>
          <a:p>
            <a:pPr marL="0" indent="0">
              <a:buNone/>
            </a:pPr>
            <a:r>
              <a:rPr lang="en-US" dirty="0"/>
              <a:t>RANSAC:</a:t>
            </a:r>
          </a:p>
          <a:p>
            <a:r>
              <a:rPr lang="en-US" dirty="0"/>
              <a:t>Removes wrong matches </a:t>
            </a:r>
          </a:p>
          <a:p>
            <a:r>
              <a:rPr lang="en-US" dirty="0"/>
              <a:t>Keeps only consistent ones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FD950-A066-EE67-0A1E-4BF5E7983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33315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With </a:t>
            </a:r>
            <a:r>
              <a:rPr lang="en-US" b="1" dirty="0" err="1"/>
              <a:t>Homography</a:t>
            </a:r>
            <a:endParaRPr lang="en-US" b="1" dirty="0"/>
          </a:p>
          <a:p>
            <a:r>
              <a:rPr lang="en-US" dirty="0"/>
              <a:t>To compute </a:t>
            </a:r>
            <a:r>
              <a:rPr lang="en-US" dirty="0" err="1"/>
              <a:t>homography</a:t>
            </a:r>
            <a:r>
              <a:rPr lang="en-US" dirty="0"/>
              <a:t>:</a:t>
            </a:r>
          </a:p>
          <a:p>
            <a:r>
              <a:rPr lang="en-US" dirty="0"/>
              <a:t>Minimum points needed = </a:t>
            </a:r>
            <a:r>
              <a:rPr lang="en-US" b="1" dirty="0"/>
              <a:t>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RANSAC:</a:t>
            </a:r>
          </a:p>
          <a:p>
            <a:r>
              <a:rPr lang="en-US" dirty="0"/>
              <a:t>Selects 4 matches </a:t>
            </a:r>
          </a:p>
          <a:p>
            <a:r>
              <a:rPr lang="en-US" dirty="0"/>
              <a:t>Computes transformation </a:t>
            </a:r>
          </a:p>
          <a:p>
            <a:r>
              <a:rPr lang="en-US" dirty="0"/>
              <a:t>Checks consistency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EC3BA-2CDC-98BF-10E1-F4F6957BEDFE}"/>
              </a:ext>
            </a:extLst>
          </p:cNvPr>
          <p:cNvSpPr txBox="1"/>
          <p:nvPr/>
        </p:nvSpPr>
        <p:spPr>
          <a:xfrm>
            <a:off x="1271464" y="5382617"/>
            <a:ext cx="9067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Complete Pipeline Integration</a:t>
            </a:r>
          </a:p>
          <a:p>
            <a:pPr>
              <a:buNone/>
            </a:pPr>
            <a:r>
              <a:rPr lang="en-IN" dirty="0"/>
              <a:t>Where RANSAC fits:</a:t>
            </a:r>
          </a:p>
          <a:p>
            <a:pPr>
              <a:buNone/>
            </a:pPr>
            <a:r>
              <a:rPr lang="en-IN" b="1" dirty="0" err="1"/>
              <a:t>Keypoints</a:t>
            </a:r>
            <a:r>
              <a:rPr lang="en-IN" b="1" dirty="0"/>
              <a:t> → Descriptors → Matching → RANSAC → </a:t>
            </a:r>
            <a:r>
              <a:rPr lang="en-IN" b="1" dirty="0" err="1"/>
              <a:t>Homography</a:t>
            </a:r>
            <a:r>
              <a:rPr lang="en-IN" b="1" dirty="0"/>
              <a:t> →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205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90290E-CA16-0835-A0BD-34F3D9FE4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–Panorama Creation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05910-49D4-C995-65F8-D63B85809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</a:t>
            </a:r>
            <a:r>
              <a:rPr lang="en-US" b="1" dirty="0"/>
              <a:t>perfect demonstration application</a:t>
            </a:r>
            <a:r>
              <a:rPr lang="en-US" dirty="0"/>
              <a:t> where </a:t>
            </a:r>
            <a:r>
              <a:rPr lang="en-US" i="1" dirty="0"/>
              <a:t>all steps of the pipeline are used together</a:t>
            </a:r>
            <a:r>
              <a:rPr lang="en-US" dirty="0"/>
              <a:t>.</a:t>
            </a:r>
          </a:p>
          <a:p>
            <a:r>
              <a:rPr lang="en-IN" dirty="0"/>
              <a:t>Step-by-step pipeline</a:t>
            </a:r>
          </a:p>
          <a:p>
            <a:pPr marL="0" indent="0">
              <a:buNone/>
            </a:pPr>
            <a:r>
              <a:rPr lang="en-US" b="1" dirty="0"/>
              <a:t>1. Feature Detection</a:t>
            </a:r>
          </a:p>
          <a:p>
            <a:r>
              <a:rPr lang="en-US" dirty="0"/>
              <a:t>Detect </a:t>
            </a:r>
            <a:r>
              <a:rPr lang="en-US" dirty="0" err="1"/>
              <a:t>keypoints</a:t>
            </a:r>
            <a:r>
              <a:rPr lang="en-US" dirty="0"/>
              <a:t> using: </a:t>
            </a:r>
          </a:p>
          <a:p>
            <a:pPr lvl="1"/>
            <a:r>
              <a:rPr lang="en-US" dirty="0"/>
              <a:t>Harris / FAST / ORB </a:t>
            </a:r>
          </a:p>
          <a:p>
            <a:pPr marL="0" indent="0">
              <a:buNone/>
            </a:pPr>
            <a:r>
              <a:rPr lang="en-US" dirty="0"/>
              <a:t>👉 Finds distinctive points in images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151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C2A8-8573-40B7-2EB3-1AD6CFA1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FE479-65D2-4EAC-1985-99BFFA2B3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Feature Description</a:t>
            </a:r>
          </a:p>
          <a:p>
            <a:r>
              <a:rPr lang="en-US" dirty="0"/>
              <a:t>Describe each </a:t>
            </a:r>
            <a:r>
              <a:rPr lang="en-US" dirty="0" err="1"/>
              <a:t>keypoint</a:t>
            </a:r>
            <a:r>
              <a:rPr lang="en-US" dirty="0"/>
              <a:t> using: </a:t>
            </a:r>
          </a:p>
          <a:p>
            <a:pPr lvl="1"/>
            <a:r>
              <a:rPr lang="en-US" dirty="0"/>
              <a:t>SIFT / SURF / ORB </a:t>
            </a:r>
          </a:p>
          <a:p>
            <a:pPr marL="0" indent="0">
              <a:buNone/>
            </a:pPr>
            <a:r>
              <a:rPr lang="en-US" dirty="0"/>
              <a:t>👉 Converts </a:t>
            </a:r>
            <a:r>
              <a:rPr lang="en-US" dirty="0" err="1"/>
              <a:t>keypoints</a:t>
            </a:r>
            <a:r>
              <a:rPr lang="en-US" dirty="0"/>
              <a:t> into numerical vectors</a:t>
            </a:r>
          </a:p>
          <a:p>
            <a:pPr marL="0" indent="0">
              <a:buNone/>
            </a:pPr>
            <a:r>
              <a:rPr lang="en-US" b="1" dirty="0"/>
              <a:t>3. Feature Matching</a:t>
            </a:r>
          </a:p>
          <a:p>
            <a:r>
              <a:rPr lang="en-US" dirty="0"/>
              <a:t>Match descriptors using: </a:t>
            </a:r>
          </a:p>
          <a:p>
            <a:pPr lvl="1"/>
            <a:r>
              <a:rPr lang="en-US" dirty="0"/>
              <a:t>Brute Force / FLANN </a:t>
            </a:r>
          </a:p>
          <a:p>
            <a:pPr marL="0" indent="0">
              <a:buNone/>
            </a:pPr>
            <a:r>
              <a:rPr lang="en-US" dirty="0"/>
              <a:t>👉 Finds corresponding points between images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76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C34DF9-7988-DCA1-76C9-1D864DC8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ACF8F-7A42-315D-A641-7664BE9C02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RANSAC (Critical Step)</a:t>
            </a:r>
          </a:p>
          <a:p>
            <a:r>
              <a:rPr lang="en-US" dirty="0"/>
              <a:t>Removes wrong matches </a:t>
            </a:r>
          </a:p>
          <a:p>
            <a:r>
              <a:rPr lang="en-US" dirty="0"/>
              <a:t>Keeps only correct correspondences </a:t>
            </a:r>
          </a:p>
          <a:p>
            <a:pPr marL="0" indent="0">
              <a:buNone/>
            </a:pPr>
            <a:r>
              <a:rPr lang="en-IN" b="1" dirty="0"/>
              <a:t>5. </a:t>
            </a:r>
            <a:r>
              <a:rPr lang="en-IN" b="1" dirty="0" err="1"/>
              <a:t>Homography</a:t>
            </a:r>
            <a:r>
              <a:rPr lang="en-IN" b="1" dirty="0"/>
              <a:t> Estimation</a:t>
            </a:r>
          </a:p>
          <a:p>
            <a:r>
              <a:rPr lang="en-IN" dirty="0"/>
              <a:t>Compute transformation between images </a:t>
            </a:r>
          </a:p>
          <a:p>
            <a:pPr marL="0" indent="0">
              <a:buNone/>
            </a:pPr>
            <a:r>
              <a:rPr lang="en-IN" dirty="0"/>
              <a:t>👉 Aligns images geometrically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76E122-3394-CCC3-CF9F-9683955ECF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6. Image Warping &amp; Stitching</a:t>
            </a:r>
          </a:p>
          <a:p>
            <a:r>
              <a:rPr lang="en-US" dirty="0"/>
              <a:t>Transform images </a:t>
            </a:r>
          </a:p>
          <a:p>
            <a:r>
              <a:rPr lang="en-US" dirty="0"/>
              <a:t>Blend them together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636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20CF-9CC3-CFB6-FF7A-51AE9ED0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Panorama is </a:t>
            </a:r>
            <a:r>
              <a:rPr lang="en-IN" dirty="0" err="1"/>
              <a:t>importanr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5D01C00-5143-9920-E201-16E712FF6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097239"/>
              </p:ext>
            </p:extLst>
          </p:nvPr>
        </p:nvGraphicFramePr>
        <p:xfrm>
          <a:off x="1524000" y="2682240"/>
          <a:ext cx="9144000" cy="256032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42009139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482842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Role in Panorama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70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keypoints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876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439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 correspondences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710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RANSAC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wrong matches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98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Homography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Align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320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Stitched panorama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8365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302169-E37B-C195-DD53-0A0E94CDCAF9}"/>
              </a:ext>
            </a:extLst>
          </p:cNvPr>
          <p:cNvSpPr txBox="1"/>
          <p:nvPr/>
        </p:nvSpPr>
        <p:spPr>
          <a:xfrm>
            <a:off x="1524000" y="17718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uses </a:t>
            </a:r>
            <a:r>
              <a:rPr lang="en-US" b="1" dirty="0"/>
              <a:t>EVERY concept in this module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72E59-CFAA-C6DE-8943-0A63E1779D20}"/>
              </a:ext>
            </a:extLst>
          </p:cNvPr>
          <p:cNvSpPr txBox="1"/>
          <p:nvPr/>
        </p:nvSpPr>
        <p:spPr>
          <a:xfrm>
            <a:off x="1703512" y="5678269"/>
            <a:ext cx="8136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Panorama creation is like a </a:t>
            </a:r>
            <a:r>
              <a:rPr lang="en-US" b="1" dirty="0"/>
              <a:t>complete system integration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936433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5326</TotalTime>
  <Words>1426</Words>
  <Application>Microsoft Office PowerPoint</Application>
  <PresentationFormat>Widescreen</PresentationFormat>
  <Paragraphs>332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Candara</vt:lpstr>
      <vt:lpstr>Consolas</vt:lpstr>
      <vt:lpstr>Tech Computer 16x9</vt:lpstr>
      <vt:lpstr>Computer Vision – Module 5</vt:lpstr>
      <vt:lpstr>Interest Point Detection (Keypoint Detection)</vt:lpstr>
      <vt:lpstr>Harris Corner Detector</vt:lpstr>
      <vt:lpstr>Mathematical Insight</vt:lpstr>
      <vt:lpstr>Key Properties</vt:lpstr>
      <vt:lpstr>Shi-Tomasi Detector</vt:lpstr>
      <vt:lpstr>FAST-Features from Accelerated Segment Test</vt:lpstr>
      <vt:lpstr>Feature Descriptors</vt:lpstr>
      <vt:lpstr>SIFT (Scale-Invariant Feature Transform)</vt:lpstr>
      <vt:lpstr>PowerPoint Presentation</vt:lpstr>
      <vt:lpstr>SURF (Speeded-Up Robust Features)</vt:lpstr>
      <vt:lpstr>Key Concept: Hessian Matrix</vt:lpstr>
      <vt:lpstr>Speed Optimization (Why SURF is Fast)</vt:lpstr>
      <vt:lpstr>PowerPoint Presentation</vt:lpstr>
      <vt:lpstr>ORB (Oriented FAST and Rotated BRIEF)</vt:lpstr>
      <vt:lpstr>PowerPoint Presentation</vt:lpstr>
      <vt:lpstr>PowerPoint Presentation</vt:lpstr>
      <vt:lpstr>PowerPoint Presentation</vt:lpstr>
      <vt:lpstr>SURF VS ORB</vt:lpstr>
      <vt:lpstr>Feature Matching</vt:lpstr>
      <vt:lpstr>Brute Force Matching </vt:lpstr>
      <vt:lpstr>PowerPoint Presentation</vt:lpstr>
      <vt:lpstr>PowerPoint Presentation</vt:lpstr>
      <vt:lpstr>FLANN Matcher (Fast Library for Approximate Nearest Neighbors)</vt:lpstr>
      <vt:lpstr>PowerPoint Presentation</vt:lpstr>
      <vt:lpstr>BF vs FLANN</vt:lpstr>
      <vt:lpstr>Homography and Image alignment </vt:lpstr>
      <vt:lpstr>PowerPoint Presentation</vt:lpstr>
      <vt:lpstr>RANSAC (Random Sample Consensus)</vt:lpstr>
      <vt:lpstr>PowerPoint Presentation</vt:lpstr>
      <vt:lpstr>Algorithm</vt:lpstr>
      <vt:lpstr>PowerPoint Presentation</vt:lpstr>
      <vt:lpstr>RANSAC in image processing</vt:lpstr>
      <vt:lpstr>Application –Panorama Creation</vt:lpstr>
      <vt:lpstr>PowerPoint Presentation</vt:lpstr>
      <vt:lpstr>PowerPoint Presentation</vt:lpstr>
      <vt:lpstr>Why Panorama is importanr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Sreejith Rajan</dc:creator>
  <cp:lastModifiedBy>Sreejith Rajan</cp:lastModifiedBy>
  <cp:revision>87</cp:revision>
  <dcterms:created xsi:type="dcterms:W3CDTF">2026-01-28T09:27:21Z</dcterms:created>
  <dcterms:modified xsi:type="dcterms:W3CDTF">2026-04-16T09:41:25Z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