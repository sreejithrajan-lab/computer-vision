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76" r:id="rId3"/>
    <p:sldId id="265" r:id="rId4"/>
    <p:sldId id="277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1" r:id="rId14"/>
    <p:sldId id="287" r:id="rId15"/>
    <p:sldId id="288" r:id="rId16"/>
    <p:sldId id="289" r:id="rId17"/>
    <p:sldId id="292" r:id="rId18"/>
    <p:sldId id="347" r:id="rId19"/>
    <p:sldId id="290" r:id="rId20"/>
    <p:sldId id="293" r:id="rId21"/>
    <p:sldId id="294" r:id="rId22"/>
    <p:sldId id="295" r:id="rId23"/>
    <p:sldId id="297" r:id="rId24"/>
    <p:sldId id="298" r:id="rId25"/>
    <p:sldId id="348" r:id="rId26"/>
    <p:sldId id="349" r:id="rId27"/>
    <p:sldId id="350" r:id="rId28"/>
    <p:sldId id="302" r:id="rId29"/>
    <p:sldId id="351" r:id="rId30"/>
    <p:sldId id="352" r:id="rId31"/>
    <p:sldId id="35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0D-43A0-494E-A4D4-1828271DDC57}" v="180" dt="2026-02-04T08:29:24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4T13:28:34.480" v="2087" actId="14100"/>
      <pc:docMkLst>
        <pc:docMk/>
      </pc:docMkLst>
      <pc:sldChg chg="modSp mod">
        <pc:chgData name="Sreejith Rajan" userId="ec11bca0e4bee75f" providerId="LiveId" clId="{7B4F392D-EAB3-4CE7-903E-F84869825F47}" dt="2026-02-04T07:59:58.753" v="1725" actId="6549"/>
        <pc:sldMkLst>
          <pc:docMk/>
          <pc:sldMk cId="242453831" sldId="256"/>
        </pc:sldMkLst>
        <pc:spChg chg="mod">
          <ac:chgData name="Sreejith Rajan" userId="ec11bca0e4bee75f" providerId="LiveId" clId="{7B4F392D-EAB3-4CE7-903E-F84869825F47}" dt="2026-02-04T07:59:58.753" v="1725" actId="6549"/>
          <ac:spMkLst>
            <pc:docMk/>
            <pc:sldMk cId="242453831" sldId="256"/>
            <ac:spMk id="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28T11:14:32.433" v="381" actId="113"/>
        <pc:sldMkLst>
          <pc:docMk/>
          <pc:sldMk cId="2949394097" sldId="277"/>
        </pc:sldMkLst>
        <pc:spChg chg="mod">
          <ac:chgData name="Sreejith Rajan" userId="ec11bca0e4bee75f" providerId="LiveId" clId="{7B4F392D-EAB3-4CE7-903E-F84869825F47}" dt="2026-01-28T11:14:32.433" v="381" actId="113"/>
          <ac:spMkLst>
            <pc:docMk/>
            <pc:sldMk cId="2949394097" sldId="277"/>
            <ac:spMk id="3" creationId="{969F247C-BC93-52DB-77E7-71348FF77D03}"/>
          </ac:spMkLst>
        </pc:spChg>
      </pc:sldChg>
      <pc:sldChg chg="addSp delSp modSp new mod">
        <pc:chgData name="Sreejith Rajan" userId="ec11bca0e4bee75f" providerId="LiveId" clId="{7B4F392D-EAB3-4CE7-903E-F84869825F47}" dt="2026-01-28T11:07:09.576" v="299" actId="20577"/>
        <pc:sldMkLst>
          <pc:docMk/>
          <pc:sldMk cId="577398395" sldId="281"/>
        </pc:sldMkLst>
        <pc:spChg chg="mod">
          <ac:chgData name="Sreejith Rajan" userId="ec11bca0e4bee75f" providerId="LiveId" clId="{7B4F392D-EAB3-4CE7-903E-F84869825F47}" dt="2026-01-28T11:00:10.388" v="32" actId="20577"/>
          <ac:spMkLst>
            <pc:docMk/>
            <pc:sldMk cId="577398395" sldId="281"/>
            <ac:spMk id="2" creationId="{16B3C73F-CDA9-DD6C-267F-97D502340C6E}"/>
          </ac:spMkLst>
        </pc:spChg>
        <pc:spChg chg="add del mod">
          <ac:chgData name="Sreejith Rajan" userId="ec11bca0e4bee75f" providerId="LiveId" clId="{7B4F392D-EAB3-4CE7-903E-F84869825F47}" dt="2026-01-28T11:07:09.576" v="299" actId="20577"/>
          <ac:spMkLst>
            <pc:docMk/>
            <pc:sldMk cId="577398395" sldId="281"/>
            <ac:spMk id="3" creationId="{91DC38E5-E1BA-BDBA-3A7D-013F812C149C}"/>
          </ac:spMkLst>
        </pc:spChg>
      </pc:sldChg>
      <pc:sldChg chg="modSp add mod">
        <pc:chgData name="Sreejith Rajan" userId="ec11bca0e4bee75f" providerId="LiveId" clId="{7B4F392D-EAB3-4CE7-903E-F84869825F47}" dt="2026-01-28T11:12:20.889" v="380" actId="20577"/>
        <pc:sldMkLst>
          <pc:docMk/>
          <pc:sldMk cId="496715533" sldId="282"/>
        </pc:sldMkLst>
        <pc:spChg chg="mod">
          <ac:chgData name="Sreejith Rajan" userId="ec11bca0e4bee75f" providerId="LiveId" clId="{7B4F392D-EAB3-4CE7-903E-F84869825F47}" dt="2026-01-28T11:10:43.259" v="338" actId="20577"/>
          <ac:spMkLst>
            <pc:docMk/>
            <pc:sldMk cId="496715533" sldId="282"/>
            <ac:spMk id="2" creationId="{79F203E6-B395-60BD-8553-7869DA7569D3}"/>
          </ac:spMkLst>
        </pc:spChg>
        <pc:spChg chg="mod">
          <ac:chgData name="Sreejith Rajan" userId="ec11bca0e4bee75f" providerId="LiveId" clId="{7B4F392D-EAB3-4CE7-903E-F84869825F47}" dt="2026-01-28T11:12:20.889" v="380" actId="20577"/>
          <ac:spMkLst>
            <pc:docMk/>
            <pc:sldMk cId="496715533" sldId="282"/>
            <ac:spMk id="3" creationId="{31E74F7A-C7FB-FC2F-19AE-479543AA5FF5}"/>
          </ac:spMkLst>
        </pc:spChg>
      </pc:sldChg>
      <pc:sldChg chg="addSp delSp modSp new mod">
        <pc:chgData name="Sreejith Rajan" userId="ec11bca0e4bee75f" providerId="LiveId" clId="{7B4F392D-EAB3-4CE7-903E-F84869825F47}" dt="2026-01-28T12:29:00.098" v="454" actId="1076"/>
        <pc:sldMkLst>
          <pc:docMk/>
          <pc:sldMk cId="3476075454" sldId="283"/>
        </pc:sldMkLst>
        <pc:spChg chg="mod">
          <ac:chgData name="Sreejith Rajan" userId="ec11bca0e4bee75f" providerId="LiveId" clId="{7B4F392D-EAB3-4CE7-903E-F84869825F47}" dt="2026-01-28T12:28:41.328" v="449" actId="20577"/>
          <ac:spMkLst>
            <pc:docMk/>
            <pc:sldMk cId="3476075454" sldId="283"/>
            <ac:spMk id="2" creationId="{A07D470A-F35B-E369-AE37-3E931EF4B4DC}"/>
          </ac:spMkLst>
        </pc:spChg>
        <pc:picChg chg="add mod">
          <ac:chgData name="Sreejith Rajan" userId="ec11bca0e4bee75f" providerId="LiveId" clId="{7B4F392D-EAB3-4CE7-903E-F84869825F47}" dt="2026-01-28T12:29:00.098" v="454" actId="1076"/>
          <ac:picMkLst>
            <pc:docMk/>
            <pc:sldMk cId="3476075454" sldId="283"/>
            <ac:picMk id="5" creationId="{F66F1145-C370-6EFA-C993-F57E3245DDB2}"/>
          </ac:picMkLst>
        </pc:picChg>
      </pc:sldChg>
      <pc:sldChg chg="modSp new mod">
        <pc:chgData name="Sreejith Rajan" userId="ec11bca0e4bee75f" providerId="LiveId" clId="{7B4F392D-EAB3-4CE7-903E-F84869825F47}" dt="2026-01-29T08:26:13.028" v="673" actId="20577"/>
        <pc:sldMkLst>
          <pc:docMk/>
          <pc:sldMk cId="1078901978" sldId="284"/>
        </pc:sldMkLst>
        <pc:spChg chg="mod">
          <ac:chgData name="Sreejith Rajan" userId="ec11bca0e4bee75f" providerId="LiveId" clId="{7B4F392D-EAB3-4CE7-903E-F84869825F47}" dt="2026-01-29T08:22:49.645" v="507" actId="20577"/>
          <ac:spMkLst>
            <pc:docMk/>
            <pc:sldMk cId="1078901978" sldId="284"/>
            <ac:spMk id="2" creationId="{DB86669E-BD96-D32E-B9BA-7F8E7841B0C9}"/>
          </ac:spMkLst>
        </pc:spChg>
        <pc:spChg chg="mod">
          <ac:chgData name="Sreejith Rajan" userId="ec11bca0e4bee75f" providerId="LiveId" clId="{7B4F392D-EAB3-4CE7-903E-F84869825F47}" dt="2026-01-29T08:26:13.028" v="673" actId="20577"/>
          <ac:spMkLst>
            <pc:docMk/>
            <pc:sldMk cId="1078901978" sldId="284"/>
            <ac:spMk id="3" creationId="{694A62D9-96EA-6D70-E1BD-2206E6FA391A}"/>
          </ac:spMkLst>
        </pc:spChg>
      </pc:sldChg>
      <pc:sldChg chg="addSp delSp modSp new mod">
        <pc:chgData name="Sreejith Rajan" userId="ec11bca0e4bee75f" providerId="LiveId" clId="{7B4F392D-EAB3-4CE7-903E-F84869825F47}" dt="2026-01-29T08:31:47.847" v="819" actId="20577"/>
        <pc:sldMkLst>
          <pc:docMk/>
          <pc:sldMk cId="4118352869" sldId="285"/>
        </pc:sldMkLst>
        <pc:spChg chg="mod">
          <ac:chgData name="Sreejith Rajan" userId="ec11bca0e4bee75f" providerId="LiveId" clId="{7B4F392D-EAB3-4CE7-903E-F84869825F47}" dt="2026-01-29T08:26:29.235" v="688" actId="20577"/>
          <ac:spMkLst>
            <pc:docMk/>
            <pc:sldMk cId="4118352869" sldId="285"/>
            <ac:spMk id="2" creationId="{57EE5E69-DBB8-9A84-901B-F8902586ED84}"/>
          </ac:spMkLst>
        </pc:spChg>
        <pc:spChg chg="add del mod">
          <ac:chgData name="Sreejith Rajan" userId="ec11bca0e4bee75f" providerId="LiveId" clId="{7B4F392D-EAB3-4CE7-903E-F84869825F47}" dt="2026-01-29T08:31:47.847" v="819" actId="20577"/>
          <ac:spMkLst>
            <pc:docMk/>
            <pc:sldMk cId="4118352869" sldId="285"/>
            <ac:spMk id="3" creationId="{5207A0A3-2CAD-9B82-BB0A-D31121435AF1}"/>
          </ac:spMkLst>
        </pc:spChg>
        <pc:picChg chg="add mod">
          <ac:chgData name="Sreejith Rajan" userId="ec11bca0e4bee75f" providerId="LiveId" clId="{7B4F392D-EAB3-4CE7-903E-F84869825F47}" dt="2026-01-29T08:29:21.543" v="718" actId="1076"/>
          <ac:picMkLst>
            <pc:docMk/>
            <pc:sldMk cId="4118352869" sldId="285"/>
            <ac:picMk id="6" creationId="{FF939A5D-87AE-E08F-A0EB-2A792D733730}"/>
          </ac:picMkLst>
        </pc:picChg>
        <pc:picChg chg="add mod modCrop">
          <ac:chgData name="Sreejith Rajan" userId="ec11bca0e4bee75f" providerId="LiveId" clId="{7B4F392D-EAB3-4CE7-903E-F84869825F47}" dt="2026-01-29T08:30:23.703" v="726" actId="14100"/>
          <ac:picMkLst>
            <pc:docMk/>
            <pc:sldMk cId="4118352869" sldId="285"/>
            <ac:picMk id="8" creationId="{EEEEDC4D-FE28-2CFA-F1F5-328088FA27CA}"/>
          </ac:picMkLst>
        </pc:picChg>
      </pc:sldChg>
      <pc:sldChg chg="addSp delSp modSp new mod">
        <pc:chgData name="Sreejith Rajan" userId="ec11bca0e4bee75f" providerId="LiveId" clId="{7B4F392D-EAB3-4CE7-903E-F84869825F47}" dt="2026-01-29T09:28:57.892" v="850" actId="1076"/>
        <pc:sldMkLst>
          <pc:docMk/>
          <pc:sldMk cId="8252786" sldId="286"/>
        </pc:sldMkLst>
        <pc:spChg chg="mod">
          <ac:chgData name="Sreejith Rajan" userId="ec11bca0e4bee75f" providerId="LiveId" clId="{7B4F392D-EAB3-4CE7-903E-F84869825F47}" dt="2026-01-29T09:25:58.469" v="833" actId="20577"/>
          <ac:spMkLst>
            <pc:docMk/>
            <pc:sldMk cId="8252786" sldId="286"/>
            <ac:spMk id="2" creationId="{E1C181D6-A397-FF96-77EE-DF392A3CD488}"/>
          </ac:spMkLst>
        </pc:spChg>
        <pc:spChg chg="mod">
          <ac:chgData name="Sreejith Rajan" userId="ec11bca0e4bee75f" providerId="LiveId" clId="{7B4F392D-EAB3-4CE7-903E-F84869825F47}" dt="2026-01-29T09:26:43.747" v="841" actId="20577"/>
          <ac:spMkLst>
            <pc:docMk/>
            <pc:sldMk cId="8252786" sldId="286"/>
            <ac:spMk id="3" creationId="{BCE21B45-62C6-AF35-6F8F-4D1A75537E7E}"/>
          </ac:spMkLst>
        </pc:spChg>
        <pc:picChg chg="add mod modCrop">
          <ac:chgData name="Sreejith Rajan" userId="ec11bca0e4bee75f" providerId="LiveId" clId="{7B4F392D-EAB3-4CE7-903E-F84869825F47}" dt="2026-01-29T09:28:57.892" v="850" actId="1076"/>
          <ac:picMkLst>
            <pc:docMk/>
            <pc:sldMk cId="8252786" sldId="286"/>
            <ac:picMk id="5" creationId="{04FE6E30-ACFB-29A7-1C9E-5F230EC40A9F}"/>
          </ac:picMkLst>
        </pc:picChg>
      </pc:sldChg>
      <pc:sldChg chg="modSp new mod">
        <pc:chgData name="Sreejith Rajan" userId="ec11bca0e4bee75f" providerId="LiveId" clId="{7B4F392D-EAB3-4CE7-903E-F84869825F47}" dt="2026-01-29T09:32:16.136" v="963" actId="20577"/>
        <pc:sldMkLst>
          <pc:docMk/>
          <pc:sldMk cId="2061746392" sldId="287"/>
        </pc:sldMkLst>
        <pc:spChg chg="mod">
          <ac:chgData name="Sreejith Rajan" userId="ec11bca0e4bee75f" providerId="LiveId" clId="{7B4F392D-EAB3-4CE7-903E-F84869825F47}" dt="2026-01-29T09:29:12.335" v="867" actId="20577"/>
          <ac:spMkLst>
            <pc:docMk/>
            <pc:sldMk cId="2061746392" sldId="287"/>
            <ac:spMk id="2" creationId="{3FD7936A-0E49-A77C-2A51-375E04F88356}"/>
          </ac:spMkLst>
        </pc:spChg>
        <pc:spChg chg="mod">
          <ac:chgData name="Sreejith Rajan" userId="ec11bca0e4bee75f" providerId="LiveId" clId="{7B4F392D-EAB3-4CE7-903E-F84869825F47}" dt="2026-01-29T09:32:16.136" v="963" actId="20577"/>
          <ac:spMkLst>
            <pc:docMk/>
            <pc:sldMk cId="2061746392" sldId="287"/>
            <ac:spMk id="3" creationId="{D43D2F27-11CE-5CFC-B33B-5885F64A7D3A}"/>
          </ac:spMkLst>
        </pc:spChg>
      </pc:sldChg>
      <pc:sldChg chg="addSp modSp new mod">
        <pc:chgData name="Sreejith Rajan" userId="ec11bca0e4bee75f" providerId="LiveId" clId="{7B4F392D-EAB3-4CE7-903E-F84869825F47}" dt="2026-01-29T09:34:54.589" v="993" actId="1076"/>
        <pc:sldMkLst>
          <pc:docMk/>
          <pc:sldMk cId="3650375048" sldId="288"/>
        </pc:sldMkLst>
        <pc:spChg chg="mod">
          <ac:chgData name="Sreejith Rajan" userId="ec11bca0e4bee75f" providerId="LiveId" clId="{7B4F392D-EAB3-4CE7-903E-F84869825F47}" dt="2026-01-29T09:32:57.991" v="975" actId="20577"/>
          <ac:spMkLst>
            <pc:docMk/>
            <pc:sldMk cId="3650375048" sldId="288"/>
            <ac:spMk id="2" creationId="{BD28CB1F-A559-A303-4744-775851E22599}"/>
          </ac:spMkLst>
        </pc:spChg>
        <pc:spChg chg="mod">
          <ac:chgData name="Sreejith Rajan" userId="ec11bca0e4bee75f" providerId="LiveId" clId="{7B4F392D-EAB3-4CE7-903E-F84869825F47}" dt="2026-01-29T09:33:38.347" v="988" actId="20577"/>
          <ac:spMkLst>
            <pc:docMk/>
            <pc:sldMk cId="3650375048" sldId="288"/>
            <ac:spMk id="3" creationId="{F018D86A-87BE-3295-49A6-6F01471E0EF5}"/>
          </ac:spMkLst>
        </pc:spChg>
        <pc:picChg chg="add mod modCrop">
          <ac:chgData name="Sreejith Rajan" userId="ec11bca0e4bee75f" providerId="LiveId" clId="{7B4F392D-EAB3-4CE7-903E-F84869825F47}" dt="2026-01-29T09:34:54.589" v="993" actId="1076"/>
          <ac:picMkLst>
            <pc:docMk/>
            <pc:sldMk cId="3650375048" sldId="288"/>
            <ac:picMk id="5" creationId="{ED57B221-1DC5-044B-3A58-35E842DA1039}"/>
          </ac:picMkLst>
        </pc:picChg>
      </pc:sldChg>
      <pc:sldChg chg="addSp modSp new mod">
        <pc:chgData name="Sreejith Rajan" userId="ec11bca0e4bee75f" providerId="LiveId" clId="{7B4F392D-EAB3-4CE7-903E-F84869825F47}" dt="2026-01-29T09:36:48.392" v="1016" actId="1076"/>
        <pc:sldMkLst>
          <pc:docMk/>
          <pc:sldMk cId="3970158279" sldId="289"/>
        </pc:sldMkLst>
        <pc:spChg chg="mod">
          <ac:chgData name="Sreejith Rajan" userId="ec11bca0e4bee75f" providerId="LiveId" clId="{7B4F392D-EAB3-4CE7-903E-F84869825F47}" dt="2026-01-29T09:35:16.838" v="1006" actId="20577"/>
          <ac:spMkLst>
            <pc:docMk/>
            <pc:sldMk cId="3970158279" sldId="289"/>
            <ac:spMk id="2" creationId="{752AED4F-3E39-26B9-1F38-43039E149EFE}"/>
          </ac:spMkLst>
        </pc:spChg>
        <pc:spChg chg="mod">
          <ac:chgData name="Sreejith Rajan" userId="ec11bca0e4bee75f" providerId="LiveId" clId="{7B4F392D-EAB3-4CE7-903E-F84869825F47}" dt="2026-01-29T09:36:12.173" v="1011" actId="20577"/>
          <ac:spMkLst>
            <pc:docMk/>
            <pc:sldMk cId="3970158279" sldId="289"/>
            <ac:spMk id="3" creationId="{3267779D-E370-25AB-0F5B-2C280D780C6C}"/>
          </ac:spMkLst>
        </pc:spChg>
        <pc:picChg chg="add mod modCrop">
          <ac:chgData name="Sreejith Rajan" userId="ec11bca0e4bee75f" providerId="LiveId" clId="{7B4F392D-EAB3-4CE7-903E-F84869825F47}" dt="2026-01-29T09:36:48.392" v="1016" actId="1076"/>
          <ac:picMkLst>
            <pc:docMk/>
            <pc:sldMk cId="3970158279" sldId="289"/>
            <ac:picMk id="5" creationId="{8D7D7D97-C763-C1C7-0F38-192171BC4804}"/>
          </ac:picMkLst>
        </pc:picChg>
      </pc:sldChg>
      <pc:sldChg chg="addSp delSp modSp new mod">
        <pc:chgData name="Sreejith Rajan" userId="ec11bca0e4bee75f" providerId="LiveId" clId="{7B4F392D-EAB3-4CE7-903E-F84869825F47}" dt="2026-01-29T09:37:56.140" v="1038" actId="1076"/>
        <pc:sldMkLst>
          <pc:docMk/>
          <pc:sldMk cId="359768088" sldId="290"/>
        </pc:sldMkLst>
        <pc:spChg chg="mod">
          <ac:chgData name="Sreejith Rajan" userId="ec11bca0e4bee75f" providerId="LiveId" clId="{7B4F392D-EAB3-4CE7-903E-F84869825F47}" dt="2026-01-29T09:37:18.044" v="1031" actId="20577"/>
          <ac:spMkLst>
            <pc:docMk/>
            <pc:sldMk cId="359768088" sldId="290"/>
            <ac:spMk id="2" creationId="{3AA3F0BE-C8FB-20E5-8EE9-139CD235B75A}"/>
          </ac:spMkLst>
        </pc:spChg>
        <pc:graphicFrameChg chg="add mod modGraphic">
          <ac:chgData name="Sreejith Rajan" userId="ec11bca0e4bee75f" providerId="LiveId" clId="{7B4F392D-EAB3-4CE7-903E-F84869825F47}" dt="2026-01-29T09:37:56.140" v="1038" actId="1076"/>
          <ac:graphicFrameMkLst>
            <pc:docMk/>
            <pc:sldMk cId="359768088" sldId="290"/>
            <ac:graphicFrameMk id="4" creationId="{B32C0619-FD52-E358-B779-3AC6682B32DA}"/>
          </ac:graphicFrameMkLst>
        </pc:graphicFrameChg>
      </pc:sldChg>
      <pc:sldChg chg="modSp new mod">
        <pc:chgData name="Sreejith Rajan" userId="ec11bca0e4bee75f" providerId="LiveId" clId="{7B4F392D-EAB3-4CE7-903E-F84869825F47}" dt="2026-01-29T09:47:40.816" v="1347" actId="20577"/>
        <pc:sldMkLst>
          <pc:docMk/>
          <pc:sldMk cId="3485488711" sldId="291"/>
        </pc:sldMkLst>
        <pc:spChg chg="mod">
          <ac:chgData name="Sreejith Rajan" userId="ec11bca0e4bee75f" providerId="LiveId" clId="{7B4F392D-EAB3-4CE7-903E-F84869825F47}" dt="2026-01-29T09:39:35.521" v="1055" actId="20577"/>
          <ac:spMkLst>
            <pc:docMk/>
            <pc:sldMk cId="3485488711" sldId="291"/>
            <ac:spMk id="2" creationId="{422CC8AF-72C7-78E6-5DDE-EDAB30E54AC6}"/>
          </ac:spMkLst>
        </pc:spChg>
        <pc:spChg chg="mod">
          <ac:chgData name="Sreejith Rajan" userId="ec11bca0e4bee75f" providerId="LiveId" clId="{7B4F392D-EAB3-4CE7-903E-F84869825F47}" dt="2026-01-29T09:47:40.816" v="1347" actId="20577"/>
          <ac:spMkLst>
            <pc:docMk/>
            <pc:sldMk cId="3485488711" sldId="291"/>
            <ac:spMk id="3" creationId="{8616D05F-B51C-A5F8-851E-1C960A2D25D1}"/>
          </ac:spMkLst>
        </pc:spChg>
      </pc:sldChg>
      <pc:sldChg chg="modSp add mod ord">
        <pc:chgData name="Sreejith Rajan" userId="ec11bca0e4bee75f" providerId="LiveId" clId="{7B4F392D-EAB3-4CE7-903E-F84869825F47}" dt="2026-01-29T09:48:22.889" v="1356" actId="20577"/>
        <pc:sldMkLst>
          <pc:docMk/>
          <pc:sldMk cId="22085607" sldId="292"/>
        </pc:sldMkLst>
        <pc:spChg chg="mod">
          <ac:chgData name="Sreejith Rajan" userId="ec11bca0e4bee75f" providerId="LiveId" clId="{7B4F392D-EAB3-4CE7-903E-F84869825F47}" dt="2026-01-29T09:44:40.913" v="1240" actId="20577"/>
          <ac:spMkLst>
            <pc:docMk/>
            <pc:sldMk cId="22085607" sldId="292"/>
            <ac:spMk id="2" creationId="{C3B5DD5C-E89C-9928-7828-330493D6D747}"/>
          </ac:spMkLst>
        </pc:spChg>
        <pc:spChg chg="mod">
          <ac:chgData name="Sreejith Rajan" userId="ec11bca0e4bee75f" providerId="LiveId" clId="{7B4F392D-EAB3-4CE7-903E-F84869825F47}" dt="2026-01-29T09:48:22.889" v="1356" actId="20577"/>
          <ac:spMkLst>
            <pc:docMk/>
            <pc:sldMk cId="22085607" sldId="292"/>
            <ac:spMk id="3" creationId="{9ED32EAF-8AFD-86D2-3DB3-FF3F7AE648BB}"/>
          </ac:spMkLst>
        </pc:spChg>
      </pc:sldChg>
      <pc:sldChg chg="addSp modSp new mod">
        <pc:chgData name="Sreejith Rajan" userId="ec11bca0e4bee75f" providerId="LiveId" clId="{7B4F392D-EAB3-4CE7-903E-F84869825F47}" dt="2026-02-02T08:39:10.558" v="1622" actId="1076"/>
        <pc:sldMkLst>
          <pc:docMk/>
          <pc:sldMk cId="838514129" sldId="293"/>
        </pc:sldMkLst>
        <pc:spChg chg="mod">
          <ac:chgData name="Sreejith Rajan" userId="ec11bca0e4bee75f" providerId="LiveId" clId="{7B4F392D-EAB3-4CE7-903E-F84869825F47}" dt="2026-02-02T08:12:41.136" v="1372" actId="20577"/>
          <ac:spMkLst>
            <pc:docMk/>
            <pc:sldMk cId="838514129" sldId="293"/>
            <ac:spMk id="2" creationId="{B61DC38C-B935-CC0F-245B-0788725A1200}"/>
          </ac:spMkLst>
        </pc:spChg>
        <pc:spChg chg="mod">
          <ac:chgData name="Sreejith Rajan" userId="ec11bca0e4bee75f" providerId="LiveId" clId="{7B4F392D-EAB3-4CE7-903E-F84869825F47}" dt="2026-02-02T08:14:56.810" v="1382" actId="20577"/>
          <ac:spMkLst>
            <pc:docMk/>
            <pc:sldMk cId="838514129" sldId="293"/>
            <ac:spMk id="3" creationId="{02501693-791A-3B64-E8E0-30247C118106}"/>
          </ac:spMkLst>
        </pc:spChg>
        <pc:spChg chg="add mod">
          <ac:chgData name="Sreejith Rajan" userId="ec11bca0e4bee75f" providerId="LiveId" clId="{7B4F392D-EAB3-4CE7-903E-F84869825F47}" dt="2026-02-02T08:39:10.558" v="1622" actId="1076"/>
          <ac:spMkLst>
            <pc:docMk/>
            <pc:sldMk cId="838514129" sldId="293"/>
            <ac:spMk id="6" creationId="{63CE9AAE-9582-C11A-8D4A-677DF8791256}"/>
          </ac:spMkLst>
        </pc:spChg>
        <pc:picChg chg="add mod">
          <ac:chgData name="Sreejith Rajan" userId="ec11bca0e4bee75f" providerId="LiveId" clId="{7B4F392D-EAB3-4CE7-903E-F84869825F47}" dt="2026-02-02T08:39:00.744" v="1619" actId="1076"/>
          <ac:picMkLst>
            <pc:docMk/>
            <pc:sldMk cId="838514129" sldId="293"/>
            <ac:picMk id="5" creationId="{D5535780-FFB7-357D-C7F6-9893F0ACD0B0}"/>
          </ac:picMkLst>
        </pc:picChg>
      </pc:sldChg>
      <pc:sldChg chg="addSp delSp modSp new mod">
        <pc:chgData name="Sreejith Rajan" userId="ec11bca0e4bee75f" providerId="LiveId" clId="{7B4F392D-EAB3-4CE7-903E-F84869825F47}" dt="2026-02-02T08:35:14.191" v="1587" actId="20577"/>
        <pc:sldMkLst>
          <pc:docMk/>
          <pc:sldMk cId="1094232091" sldId="294"/>
        </pc:sldMkLst>
        <pc:spChg chg="mod">
          <ac:chgData name="Sreejith Rajan" userId="ec11bca0e4bee75f" providerId="LiveId" clId="{7B4F392D-EAB3-4CE7-903E-F84869825F47}" dt="2026-02-02T08:18:31.548" v="1425" actId="20577"/>
          <ac:spMkLst>
            <pc:docMk/>
            <pc:sldMk cId="1094232091" sldId="294"/>
            <ac:spMk id="2" creationId="{C3405D6E-FDB3-4C52-65D8-D1FD95D01AEF}"/>
          </ac:spMkLst>
        </pc:spChg>
        <pc:spChg chg="mod">
          <ac:chgData name="Sreejith Rajan" userId="ec11bca0e4bee75f" providerId="LiveId" clId="{7B4F392D-EAB3-4CE7-903E-F84869825F47}" dt="2026-02-02T08:35:14.191" v="1587" actId="20577"/>
          <ac:spMkLst>
            <pc:docMk/>
            <pc:sldMk cId="1094232091" sldId="294"/>
            <ac:spMk id="3" creationId="{86347F61-D9A1-06BA-2897-992480998344}"/>
          </ac:spMkLst>
        </pc:spChg>
        <pc:picChg chg="add mod">
          <ac:chgData name="Sreejith Rajan" userId="ec11bca0e4bee75f" providerId="LiveId" clId="{7B4F392D-EAB3-4CE7-903E-F84869825F47}" dt="2026-02-02T08:21:24.258" v="1465" actId="1076"/>
          <ac:picMkLst>
            <pc:docMk/>
            <pc:sldMk cId="1094232091" sldId="294"/>
            <ac:picMk id="7" creationId="{876E87A6-A21C-339D-E431-3311928BFA0E}"/>
          </ac:picMkLst>
        </pc:picChg>
      </pc:sldChg>
      <pc:sldChg chg="addSp modSp new mod">
        <pc:chgData name="Sreejith Rajan" userId="ec11bca0e4bee75f" providerId="LiveId" clId="{7B4F392D-EAB3-4CE7-903E-F84869825F47}" dt="2026-02-02T08:25:09.606" v="1502" actId="1076"/>
        <pc:sldMkLst>
          <pc:docMk/>
          <pc:sldMk cId="312179180" sldId="295"/>
        </pc:sldMkLst>
        <pc:spChg chg="mod">
          <ac:chgData name="Sreejith Rajan" userId="ec11bca0e4bee75f" providerId="LiveId" clId="{7B4F392D-EAB3-4CE7-903E-F84869825F47}" dt="2026-02-02T08:22:37.208" v="1481" actId="20577"/>
          <ac:spMkLst>
            <pc:docMk/>
            <pc:sldMk cId="312179180" sldId="295"/>
            <ac:spMk id="2" creationId="{14BAB176-CC97-CA7D-02E0-16695859D1CA}"/>
          </ac:spMkLst>
        </pc:spChg>
        <pc:spChg chg="mod">
          <ac:chgData name="Sreejith Rajan" userId="ec11bca0e4bee75f" providerId="LiveId" clId="{7B4F392D-EAB3-4CE7-903E-F84869825F47}" dt="2026-02-02T08:24:06.329" v="1498" actId="20577"/>
          <ac:spMkLst>
            <pc:docMk/>
            <pc:sldMk cId="312179180" sldId="295"/>
            <ac:spMk id="3" creationId="{94604663-0B0E-EF63-DB36-2558778FA607}"/>
          </ac:spMkLst>
        </pc:spChg>
        <pc:picChg chg="add mod">
          <ac:chgData name="Sreejith Rajan" userId="ec11bca0e4bee75f" providerId="LiveId" clId="{7B4F392D-EAB3-4CE7-903E-F84869825F47}" dt="2026-02-02T08:25:09.606" v="1502" actId="1076"/>
          <ac:picMkLst>
            <pc:docMk/>
            <pc:sldMk cId="312179180" sldId="295"/>
            <ac:picMk id="5" creationId="{0666F5A8-0AE5-47A7-55C1-10A1985273D5}"/>
          </ac:picMkLst>
        </pc:picChg>
      </pc:sldChg>
      <pc:sldChg chg="addSp delSp modSp new mod">
        <pc:chgData name="Sreejith Rajan" userId="ec11bca0e4bee75f" providerId="LiveId" clId="{7B4F392D-EAB3-4CE7-903E-F84869825F47}" dt="2026-02-02T08:29:48.696" v="1521"/>
        <pc:sldMkLst>
          <pc:docMk/>
          <pc:sldMk cId="484128902" sldId="296"/>
        </pc:sldMkLst>
        <pc:spChg chg="add mod">
          <ac:chgData name="Sreejith Rajan" userId="ec11bca0e4bee75f" providerId="LiveId" clId="{7B4F392D-EAB3-4CE7-903E-F84869825F47}" dt="2026-02-02T08:29:21.246" v="1517" actId="14100"/>
          <ac:spMkLst>
            <pc:docMk/>
            <pc:sldMk cId="484128902" sldId="296"/>
            <ac:spMk id="8" creationId="{BFCF2B5D-EDD6-7E60-9DA7-39D256E54F55}"/>
          </ac:spMkLst>
        </pc:spChg>
        <pc:spChg chg="add mod">
          <ac:chgData name="Sreejith Rajan" userId="ec11bca0e4bee75f" providerId="LiveId" clId="{7B4F392D-EAB3-4CE7-903E-F84869825F47}" dt="2026-02-02T08:29:48.696" v="1521"/>
          <ac:spMkLst>
            <pc:docMk/>
            <pc:sldMk cId="484128902" sldId="296"/>
            <ac:spMk id="9" creationId="{16AC3D22-2D9E-8772-D549-10D20618FB07}"/>
          </ac:spMkLst>
        </pc:spChg>
        <pc:picChg chg="add mod ord">
          <ac:chgData name="Sreejith Rajan" userId="ec11bca0e4bee75f" providerId="LiveId" clId="{7B4F392D-EAB3-4CE7-903E-F84869825F47}" dt="2026-02-02T08:25:48.181" v="1506" actId="1076"/>
          <ac:picMkLst>
            <pc:docMk/>
            <pc:sldMk cId="484128902" sldId="296"/>
            <ac:picMk id="5" creationId="{C62074D3-2129-3E96-0B2D-F443D3BA9E88}"/>
          </ac:picMkLst>
        </pc:picChg>
        <pc:picChg chg="add mod">
          <ac:chgData name="Sreejith Rajan" userId="ec11bca0e4bee75f" providerId="LiveId" clId="{7B4F392D-EAB3-4CE7-903E-F84869825F47}" dt="2026-02-02T08:26:30.358" v="1511" actId="14100"/>
          <ac:picMkLst>
            <pc:docMk/>
            <pc:sldMk cId="484128902" sldId="296"/>
            <ac:picMk id="7" creationId="{4533A4B4-E02A-2AE0-0D6D-86E97CEC24D7}"/>
          </ac:picMkLst>
        </pc:picChg>
      </pc:sldChg>
      <pc:sldChg chg="addSp delSp modSp new mod">
        <pc:chgData name="Sreejith Rajan" userId="ec11bca0e4bee75f" providerId="LiveId" clId="{7B4F392D-EAB3-4CE7-903E-F84869825F47}" dt="2026-02-04T13:28:34.480" v="2087" actId="14100"/>
        <pc:sldMkLst>
          <pc:docMk/>
          <pc:sldMk cId="829793420" sldId="297"/>
        </pc:sldMkLst>
        <pc:spChg chg="mod">
          <ac:chgData name="Sreejith Rajan" userId="ec11bca0e4bee75f" providerId="LiveId" clId="{7B4F392D-EAB3-4CE7-903E-F84869825F47}" dt="2026-02-02T08:30:43.893" v="1548" actId="20577"/>
          <ac:spMkLst>
            <pc:docMk/>
            <pc:sldMk cId="829793420" sldId="297"/>
            <ac:spMk id="2" creationId="{014A04CF-15C4-8330-6BA3-B4FFA15F0EA5}"/>
          </ac:spMkLst>
        </pc:spChg>
        <pc:spChg chg="add mod">
          <ac:chgData name="Sreejith Rajan" userId="ec11bca0e4bee75f" providerId="LiveId" clId="{7B4F392D-EAB3-4CE7-903E-F84869825F47}" dt="2026-02-02T08:32:19.085" v="1555" actId="1076"/>
          <ac:spMkLst>
            <pc:docMk/>
            <pc:sldMk cId="829793420" sldId="297"/>
            <ac:spMk id="7" creationId="{79A87CA1-23AE-49E7-3500-81008DB9341B}"/>
          </ac:spMkLst>
        </pc:spChg>
        <pc:picChg chg="add mod ord">
          <ac:chgData name="Sreejith Rajan" userId="ec11bca0e4bee75f" providerId="LiveId" clId="{7B4F392D-EAB3-4CE7-903E-F84869825F47}" dt="2026-02-04T13:28:34.480" v="2087" actId="14100"/>
          <ac:picMkLst>
            <pc:docMk/>
            <pc:sldMk cId="829793420" sldId="297"/>
            <ac:picMk id="5" creationId="{31545EA1-E64A-0739-FC05-006BD7D35D69}"/>
          </ac:picMkLst>
        </pc:picChg>
      </pc:sldChg>
      <pc:sldChg chg="modSp new mod">
        <pc:chgData name="Sreejith Rajan" userId="ec11bca0e4bee75f" providerId="LiveId" clId="{7B4F392D-EAB3-4CE7-903E-F84869825F47}" dt="2026-02-03T10:48:56.806" v="1673" actId="5793"/>
        <pc:sldMkLst>
          <pc:docMk/>
          <pc:sldMk cId="2629671684" sldId="298"/>
        </pc:sldMkLst>
        <pc:spChg chg="mod">
          <ac:chgData name="Sreejith Rajan" userId="ec11bca0e4bee75f" providerId="LiveId" clId="{7B4F392D-EAB3-4CE7-903E-F84869825F47}" dt="2026-02-02T09:44:37.829" v="1641" actId="20577"/>
          <ac:spMkLst>
            <pc:docMk/>
            <pc:sldMk cId="2629671684" sldId="298"/>
            <ac:spMk id="2" creationId="{6120A8E8-A9A6-3874-A43B-0D8B9F0E21C1}"/>
          </ac:spMkLst>
        </pc:spChg>
        <pc:spChg chg="mod">
          <ac:chgData name="Sreejith Rajan" userId="ec11bca0e4bee75f" providerId="LiveId" clId="{7B4F392D-EAB3-4CE7-903E-F84869825F47}" dt="2026-02-03T10:48:56.806" v="1673" actId="5793"/>
          <ac:spMkLst>
            <pc:docMk/>
            <pc:sldMk cId="2629671684" sldId="298"/>
            <ac:spMk id="3" creationId="{CD899691-4739-5679-D451-0C66FE06F942}"/>
          </ac:spMkLst>
        </pc:spChg>
      </pc:sldChg>
      <pc:sldChg chg="modSp new mod">
        <pc:chgData name="Sreejith Rajan" userId="ec11bca0e4bee75f" providerId="LiveId" clId="{7B4F392D-EAB3-4CE7-903E-F84869825F47}" dt="2026-02-03T10:52:44.445" v="1724"/>
        <pc:sldMkLst>
          <pc:docMk/>
          <pc:sldMk cId="3289453992" sldId="299"/>
        </pc:sldMkLst>
        <pc:spChg chg="mod">
          <ac:chgData name="Sreejith Rajan" userId="ec11bca0e4bee75f" providerId="LiveId" clId="{7B4F392D-EAB3-4CE7-903E-F84869825F47}" dt="2026-02-03T10:49:18.055" v="1723" actId="20577"/>
          <ac:spMkLst>
            <pc:docMk/>
            <pc:sldMk cId="3289453992" sldId="299"/>
            <ac:spMk id="2" creationId="{582BD62D-958D-F163-2631-5C8C63951B71}"/>
          </ac:spMkLst>
        </pc:spChg>
        <pc:spChg chg="mod">
          <ac:chgData name="Sreejith Rajan" userId="ec11bca0e4bee75f" providerId="LiveId" clId="{7B4F392D-EAB3-4CE7-903E-F84869825F47}" dt="2026-02-03T10:52:44.445" v="1724"/>
          <ac:spMkLst>
            <pc:docMk/>
            <pc:sldMk cId="3289453992" sldId="299"/>
            <ac:spMk id="3" creationId="{CBAB42D1-DAEE-8C6D-BD98-CB21421431A1}"/>
          </ac:spMkLst>
        </pc:spChg>
      </pc:sldChg>
      <pc:sldChg chg="modSp new mod">
        <pc:chgData name="Sreejith Rajan" userId="ec11bca0e4bee75f" providerId="LiveId" clId="{7B4F392D-EAB3-4CE7-903E-F84869825F47}" dt="2026-02-04T08:01:20.539" v="1758" actId="20577"/>
        <pc:sldMkLst>
          <pc:docMk/>
          <pc:sldMk cId="3893374817" sldId="300"/>
        </pc:sldMkLst>
        <pc:spChg chg="mod">
          <ac:chgData name="Sreejith Rajan" userId="ec11bca0e4bee75f" providerId="LiveId" clId="{7B4F392D-EAB3-4CE7-903E-F84869825F47}" dt="2026-02-04T08:00:14.226" v="1744" actId="313"/>
          <ac:spMkLst>
            <pc:docMk/>
            <pc:sldMk cId="3893374817" sldId="300"/>
            <ac:spMk id="2" creationId="{D90974F0-49AF-B5F3-15D4-6DB4BC005D9C}"/>
          </ac:spMkLst>
        </pc:spChg>
        <pc:spChg chg="mod">
          <ac:chgData name="Sreejith Rajan" userId="ec11bca0e4bee75f" providerId="LiveId" clId="{7B4F392D-EAB3-4CE7-903E-F84869825F47}" dt="2026-02-04T08:01:20.539" v="1758" actId="20577"/>
          <ac:spMkLst>
            <pc:docMk/>
            <pc:sldMk cId="3893374817" sldId="300"/>
            <ac:spMk id="3" creationId="{432D0774-65CF-4311-71F9-4CD9F11B49F0}"/>
          </ac:spMkLst>
        </pc:spChg>
      </pc:sldChg>
      <pc:sldChg chg="addSp delSp modSp new mod">
        <pc:chgData name="Sreejith Rajan" userId="ec11bca0e4bee75f" providerId="LiveId" clId="{7B4F392D-EAB3-4CE7-903E-F84869825F47}" dt="2026-02-04T08:02:37.357" v="1810" actId="313"/>
        <pc:sldMkLst>
          <pc:docMk/>
          <pc:sldMk cId="3334913749" sldId="301"/>
        </pc:sldMkLst>
        <pc:spChg chg="mod">
          <ac:chgData name="Sreejith Rajan" userId="ec11bca0e4bee75f" providerId="LiveId" clId="{7B4F392D-EAB3-4CE7-903E-F84869825F47}" dt="2026-02-04T08:02:37.357" v="1810" actId="313"/>
          <ac:spMkLst>
            <pc:docMk/>
            <pc:sldMk cId="3334913749" sldId="301"/>
            <ac:spMk id="2" creationId="{BE8788E4-A615-A1E5-C2CA-1C698CE7F2A5}"/>
          </ac:spMkLst>
        </pc:spChg>
        <pc:spChg chg="add del mod">
          <ac:chgData name="Sreejith Rajan" userId="ec11bca0e4bee75f" providerId="LiveId" clId="{7B4F392D-EAB3-4CE7-903E-F84869825F47}" dt="2026-02-04T08:02:33.791" v="1809" actId="20577"/>
          <ac:spMkLst>
            <pc:docMk/>
            <pc:sldMk cId="3334913749" sldId="301"/>
            <ac:spMk id="3" creationId="{309CAF0D-023E-E52D-0119-3AB14773DA08}"/>
          </ac:spMkLst>
        </pc:spChg>
        <pc:spChg chg="add mod">
          <ac:chgData name="Sreejith Rajan" userId="ec11bca0e4bee75f" providerId="LiveId" clId="{7B4F392D-EAB3-4CE7-903E-F84869825F47}" dt="2026-02-04T08:02:28.355" v="1806"/>
          <ac:spMkLst>
            <pc:docMk/>
            <pc:sldMk cId="3334913749" sldId="301"/>
            <ac:spMk id="4" creationId="{DA53EA27-9C0B-5C2F-1FD3-55AA414A31F6}"/>
          </ac:spMkLst>
        </pc:spChg>
      </pc:sldChg>
      <pc:sldChg chg="addSp modSp new mod">
        <pc:chgData name="Sreejith Rajan" userId="ec11bca0e4bee75f" providerId="LiveId" clId="{7B4F392D-EAB3-4CE7-903E-F84869825F47}" dt="2026-02-04T08:09:52.268" v="1902" actId="1076"/>
        <pc:sldMkLst>
          <pc:docMk/>
          <pc:sldMk cId="1197431595" sldId="302"/>
        </pc:sldMkLst>
        <pc:spChg chg="mod">
          <ac:chgData name="Sreejith Rajan" userId="ec11bca0e4bee75f" providerId="LiveId" clId="{7B4F392D-EAB3-4CE7-903E-F84869825F47}" dt="2026-02-04T08:03:25.470" v="1863" actId="20577"/>
          <ac:spMkLst>
            <pc:docMk/>
            <pc:sldMk cId="1197431595" sldId="302"/>
            <ac:spMk id="2" creationId="{DD88D976-5086-D2BF-6825-295F227AA746}"/>
          </ac:spMkLst>
        </pc:spChg>
        <pc:spChg chg="mod">
          <ac:chgData name="Sreejith Rajan" userId="ec11bca0e4bee75f" providerId="LiveId" clId="{7B4F392D-EAB3-4CE7-903E-F84869825F47}" dt="2026-02-04T08:09:17.692" v="1896" actId="20577"/>
          <ac:spMkLst>
            <pc:docMk/>
            <pc:sldMk cId="1197431595" sldId="302"/>
            <ac:spMk id="3" creationId="{A32B5F8E-24F7-750E-2E5C-E1D94D5F8747}"/>
          </ac:spMkLst>
        </pc:spChg>
        <pc:picChg chg="add mod modCrop">
          <ac:chgData name="Sreejith Rajan" userId="ec11bca0e4bee75f" providerId="LiveId" clId="{7B4F392D-EAB3-4CE7-903E-F84869825F47}" dt="2026-02-04T08:09:52.268" v="1902" actId="1076"/>
          <ac:picMkLst>
            <pc:docMk/>
            <pc:sldMk cId="1197431595" sldId="302"/>
            <ac:picMk id="5" creationId="{A0779B55-445D-CD23-8EA0-E1EC2B42053A}"/>
          </ac:picMkLst>
        </pc:picChg>
      </pc:sldChg>
      <pc:sldChg chg="addSp modSp new mod">
        <pc:chgData name="Sreejith Rajan" userId="ec11bca0e4bee75f" providerId="LiveId" clId="{7B4F392D-EAB3-4CE7-903E-F84869825F47}" dt="2026-02-04T08:12:08.308" v="1920" actId="1076"/>
        <pc:sldMkLst>
          <pc:docMk/>
          <pc:sldMk cId="4041791266" sldId="303"/>
        </pc:sldMkLst>
        <pc:spChg chg="mod">
          <ac:chgData name="Sreejith Rajan" userId="ec11bca0e4bee75f" providerId="LiveId" clId="{7B4F392D-EAB3-4CE7-903E-F84869825F47}" dt="2026-02-04T08:10:32.022" v="1907" actId="20577"/>
          <ac:spMkLst>
            <pc:docMk/>
            <pc:sldMk cId="4041791266" sldId="303"/>
            <ac:spMk id="2" creationId="{2369565F-07A2-DDD1-A9A5-976AD67016A3}"/>
          </ac:spMkLst>
        </pc:spChg>
        <pc:spChg chg="mod">
          <ac:chgData name="Sreejith Rajan" userId="ec11bca0e4bee75f" providerId="LiveId" clId="{7B4F392D-EAB3-4CE7-903E-F84869825F47}" dt="2026-02-04T08:11:39.991" v="1914" actId="15"/>
          <ac:spMkLst>
            <pc:docMk/>
            <pc:sldMk cId="4041791266" sldId="303"/>
            <ac:spMk id="3" creationId="{480003C2-9977-BF7E-6A1B-501DA18DFC13}"/>
          </ac:spMkLst>
        </pc:spChg>
        <pc:picChg chg="add mod">
          <ac:chgData name="Sreejith Rajan" userId="ec11bca0e4bee75f" providerId="LiveId" clId="{7B4F392D-EAB3-4CE7-903E-F84869825F47}" dt="2026-02-04T08:12:08.308" v="1920" actId="1076"/>
          <ac:picMkLst>
            <pc:docMk/>
            <pc:sldMk cId="4041791266" sldId="303"/>
            <ac:picMk id="5" creationId="{EBE5B9B3-2838-B52D-869B-F75F943FD18A}"/>
          </ac:picMkLst>
        </pc:picChg>
      </pc:sldChg>
      <pc:sldChg chg="addSp modSp new mod">
        <pc:chgData name="Sreejith Rajan" userId="ec11bca0e4bee75f" providerId="LiveId" clId="{7B4F392D-EAB3-4CE7-903E-F84869825F47}" dt="2026-02-04T08:16:58.842" v="1937" actId="1076"/>
        <pc:sldMkLst>
          <pc:docMk/>
          <pc:sldMk cId="3059473869" sldId="304"/>
        </pc:sldMkLst>
        <pc:spChg chg="mod">
          <ac:chgData name="Sreejith Rajan" userId="ec11bca0e4bee75f" providerId="LiveId" clId="{7B4F392D-EAB3-4CE7-903E-F84869825F47}" dt="2026-02-04T08:12:32.430" v="1922"/>
          <ac:spMkLst>
            <pc:docMk/>
            <pc:sldMk cId="3059473869" sldId="304"/>
            <ac:spMk id="2" creationId="{696FB79E-8173-F714-FF90-05E94194C277}"/>
          </ac:spMkLst>
        </pc:spChg>
        <pc:spChg chg="mod">
          <ac:chgData name="Sreejith Rajan" userId="ec11bca0e4bee75f" providerId="LiveId" clId="{7B4F392D-EAB3-4CE7-903E-F84869825F47}" dt="2026-02-04T08:16:23.132" v="1931" actId="20577"/>
          <ac:spMkLst>
            <pc:docMk/>
            <pc:sldMk cId="3059473869" sldId="304"/>
            <ac:spMk id="3" creationId="{7546057B-3E11-A018-98D4-CA6F418A6B02}"/>
          </ac:spMkLst>
        </pc:spChg>
        <pc:picChg chg="add mod modCrop">
          <ac:chgData name="Sreejith Rajan" userId="ec11bca0e4bee75f" providerId="LiveId" clId="{7B4F392D-EAB3-4CE7-903E-F84869825F47}" dt="2026-02-04T08:16:58.842" v="1937" actId="1076"/>
          <ac:picMkLst>
            <pc:docMk/>
            <pc:sldMk cId="3059473869" sldId="304"/>
            <ac:picMk id="5" creationId="{950E3F82-0428-559C-DDAA-B1A4F1218368}"/>
          </ac:picMkLst>
        </pc:picChg>
      </pc:sldChg>
      <pc:sldChg chg="addSp delSp modSp new mod">
        <pc:chgData name="Sreejith Rajan" userId="ec11bca0e4bee75f" providerId="LiveId" clId="{7B4F392D-EAB3-4CE7-903E-F84869825F47}" dt="2026-02-04T13:28:11.011" v="2084" actId="14100"/>
        <pc:sldMkLst>
          <pc:docMk/>
          <pc:sldMk cId="2095788429" sldId="305"/>
        </pc:sldMkLst>
        <pc:spChg chg="mod">
          <ac:chgData name="Sreejith Rajan" userId="ec11bca0e4bee75f" providerId="LiveId" clId="{7B4F392D-EAB3-4CE7-903E-F84869825F47}" dt="2026-02-04T08:17:24.125" v="1939"/>
          <ac:spMkLst>
            <pc:docMk/>
            <pc:sldMk cId="2095788429" sldId="305"/>
            <ac:spMk id="2" creationId="{E781B9F9-C351-3BD7-4C68-67E36F4DBDFD}"/>
          </ac:spMkLst>
        </pc:spChg>
        <pc:spChg chg="mod">
          <ac:chgData name="Sreejith Rajan" userId="ec11bca0e4bee75f" providerId="LiveId" clId="{7B4F392D-EAB3-4CE7-903E-F84869825F47}" dt="2026-02-04T08:21:01.309" v="1960" actId="1076"/>
          <ac:spMkLst>
            <pc:docMk/>
            <pc:sldMk cId="2095788429" sldId="305"/>
            <ac:spMk id="3" creationId="{2341FA90-BDFE-6883-EB51-B6D59B289983}"/>
          </ac:spMkLst>
        </pc:spChg>
        <pc:picChg chg="add del mod">
          <ac:chgData name="Sreejith Rajan" userId="ec11bca0e4bee75f" providerId="LiveId" clId="{7B4F392D-EAB3-4CE7-903E-F84869825F47}" dt="2026-02-04T08:19:53.121" v="1958" actId="931"/>
          <ac:picMkLst>
            <pc:docMk/>
            <pc:sldMk cId="2095788429" sldId="305"/>
            <ac:picMk id="5" creationId="{FE33DC65-3231-2E98-4585-D05E6FB71D60}"/>
          </ac:picMkLst>
        </pc:picChg>
        <pc:picChg chg="add del mod">
          <ac:chgData name="Sreejith Rajan" userId="ec11bca0e4bee75f" providerId="LiveId" clId="{7B4F392D-EAB3-4CE7-903E-F84869825F47}" dt="2026-02-04T08:21:09.857" v="1963" actId="478"/>
          <ac:picMkLst>
            <pc:docMk/>
            <pc:sldMk cId="2095788429" sldId="305"/>
            <ac:picMk id="7" creationId="{FDA89AC9-8C2B-7479-F410-FA661AB5A1E4}"/>
          </ac:picMkLst>
        </pc:picChg>
        <pc:picChg chg="add mod">
          <ac:chgData name="Sreejith Rajan" userId="ec11bca0e4bee75f" providerId="LiveId" clId="{7B4F392D-EAB3-4CE7-903E-F84869825F47}" dt="2026-02-04T13:28:11.011" v="2084" actId="14100"/>
          <ac:picMkLst>
            <pc:docMk/>
            <pc:sldMk cId="2095788429" sldId="305"/>
            <ac:picMk id="9" creationId="{57399A93-F7C2-2DCF-8E09-1B3B9E6815C7}"/>
          </ac:picMkLst>
        </pc:picChg>
      </pc:sldChg>
      <pc:sldChg chg="modSp new mod">
        <pc:chgData name="Sreejith Rajan" userId="ec11bca0e4bee75f" providerId="LiveId" clId="{7B4F392D-EAB3-4CE7-903E-F84869825F47}" dt="2026-02-04T08:25:54.633" v="1985" actId="15"/>
        <pc:sldMkLst>
          <pc:docMk/>
          <pc:sldMk cId="4198985954" sldId="306"/>
        </pc:sldMkLst>
        <pc:spChg chg="mod">
          <ac:chgData name="Sreejith Rajan" userId="ec11bca0e4bee75f" providerId="LiveId" clId="{7B4F392D-EAB3-4CE7-903E-F84869825F47}" dt="2026-02-04T08:24:58.287" v="1982" actId="20577"/>
          <ac:spMkLst>
            <pc:docMk/>
            <pc:sldMk cId="4198985954" sldId="306"/>
            <ac:spMk id="2" creationId="{115364C5-6CFB-A19B-37DA-657BC0A2D974}"/>
          </ac:spMkLst>
        </pc:spChg>
        <pc:spChg chg="mod">
          <ac:chgData name="Sreejith Rajan" userId="ec11bca0e4bee75f" providerId="LiveId" clId="{7B4F392D-EAB3-4CE7-903E-F84869825F47}" dt="2026-02-04T08:25:54.633" v="1985" actId="15"/>
          <ac:spMkLst>
            <pc:docMk/>
            <pc:sldMk cId="4198985954" sldId="306"/>
            <ac:spMk id="3" creationId="{6373E2E1-8EA1-AC04-C0C4-97E457BC33FE}"/>
          </ac:spMkLst>
        </pc:spChg>
      </pc:sldChg>
      <pc:sldChg chg="addSp modSp new mod">
        <pc:chgData name="Sreejith Rajan" userId="ec11bca0e4bee75f" providerId="LiveId" clId="{7B4F392D-EAB3-4CE7-903E-F84869825F47}" dt="2026-02-04T08:42:47.844" v="2082" actId="1076"/>
        <pc:sldMkLst>
          <pc:docMk/>
          <pc:sldMk cId="2049320460" sldId="307"/>
        </pc:sldMkLst>
        <pc:spChg chg="mod">
          <ac:chgData name="Sreejith Rajan" userId="ec11bca0e4bee75f" providerId="LiveId" clId="{7B4F392D-EAB3-4CE7-903E-F84869825F47}" dt="2026-02-04T08:26:21.088" v="2008" actId="20577"/>
          <ac:spMkLst>
            <pc:docMk/>
            <pc:sldMk cId="2049320460" sldId="307"/>
            <ac:spMk id="2" creationId="{14EAA839-3351-3EAE-517B-FC1AC640901A}"/>
          </ac:spMkLst>
        </pc:spChg>
        <pc:spChg chg="mod">
          <ac:chgData name="Sreejith Rajan" userId="ec11bca0e4bee75f" providerId="LiveId" clId="{7B4F392D-EAB3-4CE7-903E-F84869825F47}" dt="2026-02-04T08:31:02.311" v="2075" actId="20577"/>
          <ac:spMkLst>
            <pc:docMk/>
            <pc:sldMk cId="2049320460" sldId="307"/>
            <ac:spMk id="3" creationId="{ABB37113-BEEE-4F38-0352-37221E9A6CB2}"/>
          </ac:spMkLst>
        </pc:spChg>
        <pc:picChg chg="add mod">
          <ac:chgData name="Sreejith Rajan" userId="ec11bca0e4bee75f" providerId="LiveId" clId="{7B4F392D-EAB3-4CE7-903E-F84869825F47}" dt="2026-02-04T08:42:47.844" v="2082" actId="1076"/>
          <ac:picMkLst>
            <pc:docMk/>
            <pc:sldMk cId="2049320460" sldId="307"/>
            <ac:picMk id="5" creationId="{738460E8-2D5F-EDDD-DEA6-242F2367B7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3/12/2026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3/12/2026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Vision – Module 3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				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23-0564-8C40-1C9E-FFB7ABFF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BF0D62-215A-4F0D-9E87-10286D7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Interpolation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1E4E5B-1DCC-4BE6-D37C-862AE9C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Interpolation methods estimate </a:t>
            </a:r>
            <a:r>
              <a:rPr lang="en-US" b="1" dirty="0"/>
              <a:t>unknown pixel values</a:t>
            </a:r>
            <a:r>
              <a:rPr lang="en-US" dirty="0"/>
              <a:t> when an image is </a:t>
            </a:r>
            <a:r>
              <a:rPr lang="en-US" b="1" dirty="0"/>
              <a:t>resized, rotated, or geometrically transformed</a:t>
            </a:r>
            <a:r>
              <a:rPr lang="en-US" dirty="0"/>
              <a:t>. During such transformations, the mapped pixel location often falls at </a:t>
            </a:r>
            <a:r>
              <a:rPr lang="en-US" b="1" dirty="0"/>
              <a:t>non-integer coordinates</a:t>
            </a:r>
            <a:r>
              <a:rPr lang="en-US" dirty="0"/>
              <a:t>, so interpolation is used to calculate the pixel intensity at that location.</a:t>
            </a:r>
          </a:p>
          <a:p>
            <a:pPr marL="0" indent="0">
              <a:buNone/>
            </a:pPr>
            <a:r>
              <a:rPr lang="en-US" dirty="0"/>
              <a:t>The three commonly used interpolation techniques are:</a:t>
            </a:r>
          </a:p>
          <a:p>
            <a:r>
              <a:rPr lang="en-US" b="1" dirty="0"/>
              <a:t>Nearest </a:t>
            </a:r>
            <a:r>
              <a:rPr lang="en-US" b="1" dirty="0" err="1"/>
              <a:t>Neighbour</a:t>
            </a:r>
            <a:r>
              <a:rPr lang="en-US" b="1" dirty="0"/>
              <a:t> Interpolation</a:t>
            </a:r>
            <a:endParaRPr lang="en-US" dirty="0"/>
          </a:p>
          <a:p>
            <a:r>
              <a:rPr lang="en-US" b="1" dirty="0"/>
              <a:t>Bilinear Interpolation</a:t>
            </a:r>
            <a:endParaRPr lang="en-US" dirty="0"/>
          </a:p>
          <a:p>
            <a:r>
              <a:rPr lang="en-US" b="1" dirty="0"/>
              <a:t>Bicubic Interpolation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66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Nearest </a:t>
            </a:r>
            <a:r>
              <a:rPr lang="en-US" b="1" dirty="0" err="1"/>
              <a:t>Neighbour</a:t>
            </a:r>
            <a:r>
              <a:rPr lang="en-US" b="1" dirty="0"/>
              <a:t> Interpolation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Nearest </a:t>
            </a:r>
            <a:r>
              <a:rPr lang="en-US" dirty="0" err="1"/>
              <a:t>neighbour</a:t>
            </a:r>
            <a:r>
              <a:rPr lang="en-US" dirty="0"/>
              <a:t> interpolation is the </a:t>
            </a:r>
            <a:r>
              <a:rPr lang="en-US" b="1" dirty="0"/>
              <a:t>simplest interpolation technique</a:t>
            </a:r>
            <a:r>
              <a:rPr lang="en-US" dirty="0"/>
              <a:t> in which the value of the </a:t>
            </a:r>
            <a:r>
              <a:rPr lang="en-US" b="1" dirty="0"/>
              <a:t>nearest pixel</a:t>
            </a:r>
            <a:r>
              <a:rPr lang="en-US" dirty="0"/>
              <a:t> to the calculated coordinate is assigned to the new pixel.</a:t>
            </a:r>
          </a:p>
          <a:p>
            <a:r>
              <a:rPr lang="en-US" dirty="0"/>
              <a:t>It does </a:t>
            </a:r>
            <a:r>
              <a:rPr lang="en-US" b="1" dirty="0"/>
              <a:t>not compute new pixel values</a:t>
            </a:r>
            <a:r>
              <a:rPr lang="en-US" dirty="0"/>
              <a:t>, but simply copies the value of the closest existing pixel.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B0E6D-93FC-0C47-3CC5-7BF359F3A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3645024"/>
            <a:ext cx="4145180" cy="2179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DF7177-5AA3-A981-87E3-5511554FB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3690804"/>
            <a:ext cx="611984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0519-B972-8D7F-8C58-9C23D0ED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F247C-BC93-52DB-77E7-71348FF77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If the mapped coordinate is </a:t>
                </a:r>
                <a:r>
                  <a:rPr lang="en-IN" b="1" dirty="0"/>
                  <a:t>(x, y)</a:t>
                </a:r>
                <a:r>
                  <a:rPr lang="en-IN" dirty="0"/>
                  <a:t>:</a:t>
                </a:r>
              </a:p>
              <a:p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𝑜𝑢𝑛𝑑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𝑟𝑜𝑢𝑛𝑑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interpolated pixel value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nearest integer coordinates.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F247C-BC93-52DB-77E7-71348FF77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39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5866-866C-8F75-495A-ED85200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EBB6-5B46-2D10-2765-BD4D2CCF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Principle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A8D69B-BC15-31D9-C633-B4516DA6E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1844824"/>
            <a:ext cx="60708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the geometric transformation (scaling/rotation).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mapped coordinate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closest integer pixel position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that pixel value to the new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1E536-BEAB-C45C-1358-C5D9CDA1FA3F}"/>
              </a:ext>
            </a:extLst>
          </p:cNvPr>
          <p:cNvSpPr txBox="1"/>
          <p:nvPr/>
        </p:nvSpPr>
        <p:spPr>
          <a:xfrm>
            <a:off x="1533691" y="34290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</a:t>
            </a:r>
            <a:r>
              <a:rPr lang="en-US" b="1" dirty="0"/>
              <a:t>simple algorithm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Fastest interpolation method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very low computation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blocky or jagged edges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image quality when enlarging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high-quality image scaling</a:t>
            </a:r>
          </a:p>
        </p:txBody>
      </p:sp>
    </p:spTree>
    <p:extLst>
      <p:ext uri="{BB962C8B-B14F-4D97-AF65-F5344CB8AC3E}">
        <p14:creationId xmlns:p14="http://schemas.microsoft.com/office/powerpoint/2010/main" val="134650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0098-AF40-A755-5E52-C5D22FAD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CC4-E3FE-6696-D7D4-DCDC65C9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00306-262A-5366-192D-C9904A2BB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3512" y="1988840"/>
            <a:ext cx="33265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image preview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images or label maps</a:t>
            </a:r>
          </a:p>
        </p:txBody>
      </p:sp>
    </p:spTree>
    <p:extLst>
      <p:ext uri="{BB962C8B-B14F-4D97-AF65-F5344CB8AC3E}">
        <p14:creationId xmlns:p14="http://schemas.microsoft.com/office/powerpoint/2010/main" val="170294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C73F-CDA9-DD6C-267F-97D5023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Bilinear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C38E5-E1BA-BDBA-3A7D-013F812C1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916832"/>
                <a:ext cx="9144000" cy="4267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Bilinear interpolation calculates the new pixel value using a </a:t>
                </a:r>
                <a:r>
                  <a:rPr lang="en-US" b="1" dirty="0"/>
                  <a:t>weighted average of the four nearest pixels</a:t>
                </a:r>
                <a:r>
                  <a:rPr lang="en-US" dirty="0"/>
                  <a:t> surrounding the target coordinate.</a:t>
                </a:r>
              </a:p>
              <a:p>
                <a:r>
                  <a:rPr lang="en-US" dirty="0"/>
                  <a:t>It performs </a:t>
                </a:r>
                <a:r>
                  <a:rPr lang="en-US" b="1" dirty="0"/>
                  <a:t>linear interpolation in both horizontal and vertical directions</a:t>
                </a:r>
                <a:r>
                  <a:rPr lang="en-US" dirty="0"/>
                  <a:t>.</a:t>
                </a:r>
              </a:p>
              <a:p>
                <a:r>
                  <a:rPr lang="en-IN" b="1" dirty="0"/>
                  <a:t>Pixels Used</a:t>
                </a:r>
              </a:p>
              <a:p>
                <a:pPr marL="0" indent="0">
                  <a:buNone/>
                </a:pPr>
                <a:r>
                  <a:rPr lang="en-IN" dirty="0"/>
                  <a:t>For a point </a:t>
                </a:r>
                <a:r>
                  <a:rPr lang="en-IN" b="1" dirty="0"/>
                  <a:t>(</a:t>
                </a:r>
                <a:r>
                  <a:rPr lang="en-IN" b="1" dirty="0" err="1"/>
                  <a:t>x,y</a:t>
                </a:r>
                <a:r>
                  <a:rPr lang="en-IN" b="1" dirty="0"/>
                  <a:t>)</a:t>
                </a:r>
                <a:r>
                  <a:rPr lang="en-IN" dirty="0"/>
                  <a:t> located inside four pixels: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These four pixels form a </a:t>
                </a:r>
                <a:r>
                  <a:rPr lang="en-IN" b="1" dirty="0"/>
                  <a:t>square around the point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C38E5-E1BA-BDBA-3A7D-013F812C1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916832"/>
                <a:ext cx="9144000" cy="4267200"/>
              </a:xfrm>
              <a:blipFill>
                <a:blip r:embed="rId2"/>
                <a:stretch>
                  <a:fillRect l="-667" t="-1429" r="-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39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CBC2-E8B7-F64F-97E1-EDCBE64A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03E6-B395-60BD-8553-7869DA75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4F7A-C7FB-FC2F-19AE-479543AA5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 the </a:t>
            </a:r>
            <a:r>
              <a:rPr lang="en-US" b="1" dirty="0"/>
              <a:t>four surrounding pixels</a:t>
            </a:r>
            <a:r>
              <a:rPr lang="en-US" dirty="0"/>
              <a:t>.</a:t>
            </a:r>
          </a:p>
          <a:p>
            <a:r>
              <a:rPr lang="en-US" dirty="0"/>
              <a:t>Perform </a:t>
            </a:r>
            <a:r>
              <a:rPr lang="en-US" b="1" dirty="0"/>
              <a:t>linear interpolation along x direction</a:t>
            </a:r>
            <a:r>
              <a:rPr lang="en-US" dirty="0"/>
              <a:t>.</a:t>
            </a:r>
          </a:p>
          <a:p>
            <a:r>
              <a:rPr lang="en-US" dirty="0"/>
              <a:t>Perform </a:t>
            </a:r>
            <a:r>
              <a:rPr lang="en-US" b="1" dirty="0"/>
              <a:t>linear interpolation along y direction</a:t>
            </a:r>
            <a:r>
              <a:rPr lang="en-US" dirty="0"/>
              <a:t>.</a:t>
            </a:r>
          </a:p>
          <a:p>
            <a:r>
              <a:rPr lang="en-US" dirty="0"/>
              <a:t>Calculate the weighted average.</a:t>
            </a:r>
          </a:p>
        </p:txBody>
      </p:sp>
    </p:spTree>
    <p:extLst>
      <p:ext uri="{BB962C8B-B14F-4D97-AF65-F5344CB8AC3E}">
        <p14:creationId xmlns:p14="http://schemas.microsoft.com/office/powerpoint/2010/main" val="49671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470A-F35B-E369-AE37-3E931EF4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1D9F3-3754-0951-291F-32DE0C70D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Produces </a:t>
            </a:r>
            <a:r>
              <a:rPr lang="en-US" b="1" dirty="0"/>
              <a:t>smoother images than nearest </a:t>
            </a:r>
            <a:r>
              <a:rPr lang="en-US" b="1" dirty="0" err="1"/>
              <a:t>neighbour</a:t>
            </a:r>
            <a:endParaRPr lang="en-US" dirty="0"/>
          </a:p>
          <a:p>
            <a:r>
              <a:rPr lang="en-US" dirty="0"/>
              <a:t>Simple mathematical model</a:t>
            </a:r>
          </a:p>
          <a:p>
            <a:r>
              <a:rPr lang="en-US" dirty="0"/>
              <a:t>Moderate computational complexity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Causes </a:t>
            </a:r>
            <a:r>
              <a:rPr lang="en-US" b="1" dirty="0"/>
              <a:t>slight blurring</a:t>
            </a:r>
            <a:endParaRPr lang="en-US" dirty="0"/>
          </a:p>
          <a:p>
            <a:r>
              <a:rPr lang="en-US" dirty="0"/>
              <a:t>Edges may become less sharp</a:t>
            </a:r>
          </a:p>
          <a:p>
            <a:endParaRPr lang="ar-AE" dirty="0"/>
          </a:p>
        </p:txBody>
      </p:sp>
    </p:spTree>
    <p:extLst>
      <p:ext uri="{BB962C8B-B14F-4D97-AF65-F5344CB8AC3E}">
        <p14:creationId xmlns:p14="http://schemas.microsoft.com/office/powerpoint/2010/main" val="347607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669E-BD96-D32E-B9BA-7F8E784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62D9-96EA-6D70-E1BD-2206E6FA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scaling</a:t>
            </a:r>
          </a:p>
          <a:p>
            <a:r>
              <a:rPr lang="en-US" dirty="0"/>
              <a:t>Texture mapping</a:t>
            </a:r>
          </a:p>
          <a:p>
            <a:r>
              <a:rPr lang="en-US" dirty="0"/>
              <a:t>Computer graphics</a:t>
            </a:r>
          </a:p>
          <a:p>
            <a:r>
              <a:rPr lang="en-US" dirty="0"/>
              <a:t>Real-time rendering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0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5E69-DBB8-9A84-901B-F8902586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Bicubic Interpolation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A0A3-2CAD-9B82-BB0A-D3112143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Bicubic interpolation calculates the pixel value using </a:t>
            </a:r>
            <a:r>
              <a:rPr lang="en-US" b="1" dirty="0"/>
              <a:t>16 </a:t>
            </a:r>
            <a:r>
              <a:rPr lang="en-US" b="1" dirty="0" err="1"/>
              <a:t>neighbouring</a:t>
            </a:r>
            <a:r>
              <a:rPr lang="en-US" b="1" dirty="0"/>
              <a:t> pixels (4×4 grid)</a:t>
            </a:r>
            <a:r>
              <a:rPr lang="en-US" dirty="0"/>
              <a:t> around the target point.</a:t>
            </a:r>
          </a:p>
          <a:p>
            <a:r>
              <a:rPr lang="en-US" dirty="0"/>
              <a:t>It performs </a:t>
            </a:r>
            <a:r>
              <a:rPr lang="en-US" b="1" dirty="0"/>
              <a:t>cubic interpolation</a:t>
            </a:r>
            <a:r>
              <a:rPr lang="en-US" dirty="0"/>
              <a:t> along both horizontal and vertical directions.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35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81D6-A397-FF96-77EE-DF392A3C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E21B45-62C6-AF35-6F8F-4D1A75537E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interpolated value is obtained using a weighted sum:</a:t>
                </a:r>
              </a:p>
              <a:p>
                <a:endParaRPr lang="en-IN" dirty="0"/>
              </a:p>
              <a:p>
                <a:pPr marL="0" indent="0">
                  <a:buNone/>
                </a:pPr>
                <a:endParaRPr lang="ar-AE" b="0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𝑖𝑦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neighbouring pixel values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cubic weight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E21B45-62C6-AF35-6F8F-4D1A75537E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E58A9A0-B9EF-A809-8E94-C9803DF0D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1" t="31100" r="15700" b="39500"/>
          <a:stretch>
            <a:fillRect/>
          </a:stretch>
        </p:blipFill>
        <p:spPr>
          <a:xfrm>
            <a:off x="3431704" y="2420888"/>
            <a:ext cx="5112568" cy="130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C8AF-72C7-78E6-5DDE-EDAB30E5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D05F-B51C-A5F8-851E-1C960A2D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</a:t>
            </a:r>
            <a:r>
              <a:rPr lang="en-US" b="1" dirty="0"/>
              <a:t>16 surrounding pixels</a:t>
            </a:r>
            <a:r>
              <a:rPr lang="en-US" dirty="0"/>
              <a:t>.</a:t>
            </a:r>
          </a:p>
          <a:p>
            <a:r>
              <a:rPr lang="en-US" dirty="0"/>
              <a:t>Apply </a:t>
            </a:r>
            <a:r>
              <a:rPr lang="en-US" b="1" dirty="0"/>
              <a:t>cubic interpolation horizontally</a:t>
            </a:r>
            <a:r>
              <a:rPr lang="en-US" dirty="0"/>
              <a:t>.</a:t>
            </a:r>
          </a:p>
          <a:p>
            <a:r>
              <a:rPr lang="en-US" dirty="0"/>
              <a:t>Apply </a:t>
            </a:r>
            <a:r>
              <a:rPr lang="en-US" b="1" dirty="0"/>
              <a:t>cubic interpolation vertically</a:t>
            </a:r>
            <a:r>
              <a:rPr lang="en-US" dirty="0"/>
              <a:t>.</a:t>
            </a:r>
          </a:p>
          <a:p>
            <a:r>
              <a:rPr lang="en-US" dirty="0"/>
              <a:t>Compute weighted average.</a:t>
            </a:r>
          </a:p>
        </p:txBody>
      </p:sp>
    </p:spTree>
    <p:extLst>
      <p:ext uri="{BB962C8B-B14F-4D97-AF65-F5344CB8AC3E}">
        <p14:creationId xmlns:p14="http://schemas.microsoft.com/office/powerpoint/2010/main" val="348548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936A-0E49-A77C-2A51-375E04F8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2F27-11CE-5CFC-B33B-5885F64A7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Produces </a:t>
            </a:r>
            <a:r>
              <a:rPr lang="en-US" b="1" dirty="0"/>
              <a:t>very smooth images</a:t>
            </a:r>
            <a:endParaRPr lang="en-US" dirty="0"/>
          </a:p>
          <a:p>
            <a:r>
              <a:rPr lang="en-US" dirty="0"/>
              <a:t>Better </a:t>
            </a:r>
            <a:r>
              <a:rPr lang="en-US" b="1" dirty="0"/>
              <a:t>edge preservation</a:t>
            </a:r>
            <a:endParaRPr lang="en-US" dirty="0"/>
          </a:p>
          <a:p>
            <a:r>
              <a:rPr lang="en-US" dirty="0"/>
              <a:t>Higher visual quality</a:t>
            </a:r>
          </a:p>
          <a:p>
            <a:r>
              <a:rPr lang="en-US" dirty="0"/>
              <a:t>Widely used in professional image processing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b="1" dirty="0"/>
              <a:t>High computational complexity</a:t>
            </a:r>
            <a:endParaRPr lang="en-US" dirty="0"/>
          </a:p>
          <a:p>
            <a:r>
              <a:rPr lang="en-US" dirty="0"/>
              <a:t>Slower than bilinear interpolation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74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CB1F-A559-A303-4744-775851E2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D86A-87BE-3295-49A6-6F01471E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r>
              <a:rPr lang="en-US" dirty="0"/>
              <a:t>Image editing software</a:t>
            </a:r>
          </a:p>
          <a:p>
            <a:r>
              <a:rPr lang="en-US" dirty="0"/>
              <a:t>Medical imaging</a:t>
            </a:r>
          </a:p>
          <a:p>
            <a:r>
              <a:rPr lang="en-US" dirty="0"/>
              <a:t>Satellite image processing</a:t>
            </a:r>
          </a:p>
          <a:p>
            <a:r>
              <a:rPr lang="en-US" dirty="0"/>
              <a:t>High-quality image resizing</a:t>
            </a:r>
          </a:p>
        </p:txBody>
      </p:sp>
    </p:spTree>
    <p:extLst>
      <p:ext uri="{BB962C8B-B14F-4D97-AF65-F5344CB8AC3E}">
        <p14:creationId xmlns:p14="http://schemas.microsoft.com/office/powerpoint/2010/main" val="3650375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ED4F-3E39-26B9-1F38-43039E149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779D-E370-25AB-0F5B-2C280D78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b="1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B788EB-2FF8-A8F2-E48D-FD30941FA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27022"/>
              </p:ext>
            </p:extLst>
          </p:nvPr>
        </p:nvGraphicFramePr>
        <p:xfrm>
          <a:off x="1703512" y="2463810"/>
          <a:ext cx="9144000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35431013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4819185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89723996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504995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Pixels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Image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38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Nearest Neighbour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31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572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Bicubic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417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158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915A-8FFF-1E7B-DF74-D845A265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D5C-E89C-9928-7828-330493D6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48680"/>
            <a:ext cx="9972600" cy="1143000"/>
          </a:xfrm>
        </p:spPr>
        <p:txBody>
          <a:bodyPr>
            <a:normAutofit/>
          </a:bodyPr>
          <a:lstStyle/>
          <a:p>
            <a:r>
              <a:rPr lang="en-IN" b="1" dirty="0"/>
              <a:t>Key Differences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50E6E6-F218-7CD3-D653-477E05755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750410"/>
              </p:ext>
            </p:extLst>
          </p:nvPr>
        </p:nvGraphicFramePr>
        <p:xfrm>
          <a:off x="1524000" y="2132856"/>
          <a:ext cx="91440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31862599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52777466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6709056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640502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Nearest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Bicubic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81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Zero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First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Third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19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Smoothness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88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13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Slight 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Smooth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11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AC46-D0E6-A61B-02FF-B3FD1042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CD31-55A6-EE3B-175E-50D3049BB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Image segmentation</a:t>
            </a:r>
            <a:r>
              <a:rPr lang="en-US" dirty="0"/>
              <a:t> is the process of </a:t>
            </a:r>
            <a:r>
              <a:rPr lang="en-US" b="1" dirty="0"/>
              <a:t>dividing an image into multiple meaningful regions or objects</a:t>
            </a:r>
            <a:r>
              <a:rPr lang="en-US" dirty="0"/>
              <a:t> so that each region represents a specific part of the image.</a:t>
            </a:r>
          </a:p>
          <a:p>
            <a:r>
              <a:rPr lang="en-US" dirty="0"/>
              <a:t>The goal is to </a:t>
            </a:r>
            <a:r>
              <a:rPr lang="en-US" b="1" dirty="0"/>
              <a:t>simplify the image representation</a:t>
            </a:r>
            <a:r>
              <a:rPr lang="en-US" dirty="0"/>
              <a:t> and make it easier to analyze.</a:t>
            </a:r>
          </a:p>
          <a:p>
            <a:r>
              <a:rPr lang="en-US" dirty="0"/>
              <a:t>In segmentation, pixels with </a:t>
            </a:r>
            <a:r>
              <a:rPr lang="en-US" b="1" dirty="0"/>
              <a:t>similar properties</a:t>
            </a:r>
            <a:r>
              <a:rPr lang="en-US" dirty="0"/>
              <a:t> (such as intensity, color, or texture) are grouped together.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105E3-D1F1-1DE7-8CC5-7CB275FEC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002" y="3789040"/>
            <a:ext cx="3096344" cy="325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98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F0BE-C8FB-20E5-8EE9-139CD235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B80E8E-7480-0705-B033-EDDAFE02A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If an image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dirty="0"/>
                  <a:t> is divided into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regions: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∪...∪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segmented region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IN" dirty="0"/>
                  <a:t> 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This means the regions </a:t>
                </a:r>
                <a:r>
                  <a:rPr lang="en-IN" b="1" dirty="0"/>
                  <a:t>do not overlap</a:t>
                </a:r>
                <a:r>
                  <a:rPr lang="en-IN" dirty="0"/>
                  <a:t> and together form the complete image.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B80E8E-7480-0705-B033-EDDAFE02A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C38C-B935-CC0F-245B-0788725A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Thresholding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239BF-255A-543A-11BF-74614213A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Thresholding is one of the </a:t>
            </a:r>
            <a:r>
              <a:rPr lang="en-US" b="1" dirty="0"/>
              <a:t>simplest and most important segmentation techniques</a:t>
            </a:r>
            <a:r>
              <a:rPr lang="en-US" dirty="0"/>
              <a:t> in image processing. </a:t>
            </a:r>
          </a:p>
          <a:p>
            <a:r>
              <a:rPr lang="en-US" dirty="0"/>
              <a:t>It separates an image into </a:t>
            </a:r>
            <a:r>
              <a:rPr lang="en-US" b="1" dirty="0"/>
              <a:t>foreground and background</a:t>
            </a:r>
            <a:r>
              <a:rPr lang="en-US" dirty="0"/>
              <a:t> based on pixel intensity values.</a:t>
            </a:r>
          </a:p>
          <a:p>
            <a:r>
              <a:rPr lang="en-US" dirty="0"/>
              <a:t>If a pixel value satisfies a condition relative to a </a:t>
            </a:r>
            <a:r>
              <a:rPr lang="en-US" b="1" dirty="0"/>
              <a:t>threshold value (T)</a:t>
            </a:r>
            <a:r>
              <a:rPr lang="en-US" dirty="0"/>
              <a:t>, it is classified as </a:t>
            </a:r>
            <a:r>
              <a:rPr lang="en-US" b="1" dirty="0"/>
              <a:t>object</a:t>
            </a:r>
            <a:r>
              <a:rPr lang="en-US" dirty="0"/>
              <a:t>; otherwise </a:t>
            </a:r>
            <a:r>
              <a:rPr lang="en-US" b="1" dirty="0"/>
              <a:t>background</a:t>
            </a:r>
            <a:r>
              <a:rPr lang="en-US" dirty="0"/>
              <a:t>.</a:t>
            </a:r>
          </a:p>
          <a:p>
            <a:r>
              <a:rPr lang="en-US" dirty="0"/>
              <a:t>Thresholding converts a </a:t>
            </a:r>
            <a:r>
              <a:rPr lang="en-US" b="1" dirty="0"/>
              <a:t>grayscale image into a binary image</a:t>
            </a:r>
            <a:r>
              <a:rPr lang="en-US" dirty="0"/>
              <a:t> by comparing each pixel with a </a:t>
            </a:r>
            <a:r>
              <a:rPr lang="en-US" b="1" dirty="0"/>
              <a:t>threshold value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514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5D6E-FDB3-4C52-65D8-D1FD95D0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47F61-D9A1-06BA-2897-9924809983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original image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 err="1"/>
                  <a:t>thresholded</a:t>
                </a:r>
                <a:r>
                  <a:rPr lang="en-IN" dirty="0"/>
                  <a:t> binary image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= threshold value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47F61-D9A1-06BA-2897-9924809983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1868094-C9E5-FB72-D51C-B4B04FF59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0" t="23332" r="17801" b="32151"/>
          <a:stretch>
            <a:fillRect/>
          </a:stretch>
        </p:blipFill>
        <p:spPr>
          <a:xfrm>
            <a:off x="5735960" y="1582144"/>
            <a:ext cx="4320480" cy="196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3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B176-CC97-CA7D-02E0-16695859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04663-0B0E-EF63-DB36-2558778FA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Choose a threshold value </a:t>
            </a:r>
            <a:r>
              <a:rPr lang="en-US" b="1" dirty="0"/>
              <a:t>T</a:t>
            </a:r>
            <a:r>
              <a:rPr lang="en-US" dirty="0"/>
              <a:t>.</a:t>
            </a:r>
          </a:p>
          <a:p>
            <a:r>
              <a:rPr lang="en-US" dirty="0"/>
              <a:t>Compare each pixel value with </a:t>
            </a:r>
            <a:r>
              <a:rPr lang="en-US" b="1" dirty="0"/>
              <a:t>T</a:t>
            </a:r>
            <a:r>
              <a:rPr lang="en-US" dirty="0"/>
              <a:t>.</a:t>
            </a:r>
          </a:p>
          <a:p>
            <a:r>
              <a:rPr lang="en-US" dirty="0"/>
              <a:t>Assign</a:t>
            </a:r>
          </a:p>
          <a:p>
            <a:pPr lvl="1"/>
            <a:r>
              <a:rPr lang="en-US" b="1" dirty="0"/>
              <a:t>1 (white)</a:t>
            </a:r>
            <a:r>
              <a:rPr lang="en-US" dirty="0"/>
              <a:t> → object</a:t>
            </a:r>
          </a:p>
          <a:p>
            <a:pPr lvl="1"/>
            <a:r>
              <a:rPr lang="en-US" b="1" dirty="0"/>
              <a:t>0 (black)</a:t>
            </a:r>
            <a:r>
              <a:rPr lang="en-US" dirty="0"/>
              <a:t> → background.</a:t>
            </a:r>
          </a:p>
          <a:p>
            <a:r>
              <a:rPr lang="en-IN" b="1" dirty="0"/>
              <a:t>Applications</a:t>
            </a:r>
          </a:p>
          <a:p>
            <a:r>
              <a:rPr lang="en-IN" dirty="0"/>
              <a:t>Document image processing</a:t>
            </a:r>
          </a:p>
          <a:p>
            <a:r>
              <a:rPr lang="en-IN" dirty="0"/>
              <a:t>Object detection</a:t>
            </a:r>
          </a:p>
          <a:p>
            <a:r>
              <a:rPr lang="en-IN" dirty="0"/>
              <a:t>Medical image segmentation</a:t>
            </a:r>
          </a:p>
          <a:p>
            <a:r>
              <a:rPr lang="en-IN" dirty="0"/>
              <a:t>Industrial inspection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7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04CF-15C4-8330-6BA3-B4FFA15F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6CE716-028A-01E0-EAFE-397DF181DC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9496" y="1844824"/>
                <a:ext cx="9144000" cy="4267200"/>
              </a:xfrm>
            </p:spPr>
            <p:txBody>
              <a:bodyPr/>
              <a:lstStyle/>
              <a:p>
                <a:r>
                  <a:rPr lang="en-IN" dirty="0"/>
                  <a:t>Global thresholding uses </a:t>
                </a:r>
                <a:r>
                  <a:rPr lang="en-IN" b="1" dirty="0"/>
                  <a:t>a single threshold value for the entire image</a:t>
                </a:r>
                <a:r>
                  <a:rPr lang="en-IN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The threshold value </a:t>
                </a:r>
                <a:r>
                  <a:rPr lang="en-IN" b="1" dirty="0"/>
                  <a:t>T</a:t>
                </a:r>
                <a:r>
                  <a:rPr lang="en-IN" dirty="0"/>
                  <a:t> remains constant across the whole image.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6CE716-028A-01E0-EAFE-397DF181D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9496" y="1844824"/>
                <a:ext cx="9144000" cy="4267200"/>
              </a:xfrm>
              <a:blipFill>
                <a:blip r:embed="rId2"/>
                <a:stretch>
                  <a:fillRect l="-600" t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3D71E57-0FE5-D114-44FF-90307D1A9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3969514"/>
            <a:ext cx="3476625" cy="1933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876E1F-CEAF-8BBA-4077-D0D9F50CC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3780444"/>
            <a:ext cx="5529808" cy="234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93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A8E8-A9A6-3874-A43B-0D8B9F0E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9691-4739-5679-D451-0C66FE06F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Compute histogram of image intensities.</a:t>
            </a:r>
          </a:p>
          <a:p>
            <a:r>
              <a:rPr lang="en-US" dirty="0"/>
              <a:t>Select a threshold value </a:t>
            </a:r>
            <a:r>
              <a:rPr lang="en-US" b="1" dirty="0"/>
              <a:t>T</a:t>
            </a:r>
            <a:r>
              <a:rPr lang="en-US" dirty="0"/>
              <a:t>.</a:t>
            </a:r>
          </a:p>
          <a:p>
            <a:r>
              <a:rPr lang="en-US" dirty="0"/>
              <a:t>Apply the same threshold to all pixels.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B44D4-12E4-CADE-7C6D-8E08D105FA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Simple implementation</a:t>
            </a:r>
          </a:p>
          <a:p>
            <a:r>
              <a:rPr lang="en-US" dirty="0"/>
              <a:t>Fast computation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Not suitable for images with </a:t>
            </a:r>
            <a:r>
              <a:rPr lang="en-US" b="1" dirty="0"/>
              <a:t>non-uniform illumination</a:t>
            </a:r>
            <a:endParaRPr lang="en-US" dirty="0"/>
          </a:p>
          <a:p>
            <a:r>
              <a:rPr lang="en-US" dirty="0"/>
              <a:t>Sensitive to lighting variations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671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BCF4-24E9-7EC9-0415-B858576D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Automatic Threshold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5C796-CBE5-D71A-47C3-5921FDB95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9324528" cy="4270375"/>
          </a:xfrm>
        </p:spPr>
        <p:txBody>
          <a:bodyPr>
            <a:normAutofit/>
          </a:bodyPr>
          <a:lstStyle/>
          <a:p>
            <a:r>
              <a:rPr lang="en-US" dirty="0"/>
              <a:t>Automatic threshold selection determines the </a:t>
            </a:r>
            <a:r>
              <a:rPr lang="en-US" b="1" dirty="0"/>
              <a:t>optimal threshold value automatically</a:t>
            </a:r>
            <a:r>
              <a:rPr lang="en-US" dirty="0"/>
              <a:t> using statistical properties of the image.</a:t>
            </a:r>
          </a:p>
          <a:p>
            <a:r>
              <a:rPr lang="en-US" dirty="0"/>
              <a:t>The most common method is </a:t>
            </a:r>
            <a:r>
              <a:rPr lang="en-US" b="1" dirty="0"/>
              <a:t>Otsu's method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Otsu's Method Principle</a:t>
            </a:r>
          </a:p>
          <a:p>
            <a:r>
              <a:rPr lang="en-US" dirty="0"/>
              <a:t>Otsu’s algorithm selects a threshold that </a:t>
            </a:r>
            <a:r>
              <a:rPr lang="en-US" b="1" dirty="0"/>
              <a:t>maximizes the variance between two classes</a:t>
            </a:r>
            <a:r>
              <a:rPr lang="en-US" dirty="0"/>
              <a:t>:</a:t>
            </a:r>
          </a:p>
          <a:p>
            <a:r>
              <a:rPr lang="en-US" dirty="0"/>
              <a:t>Foreground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It assumes the histogram has </a:t>
            </a:r>
            <a:r>
              <a:rPr lang="en-US" b="1" dirty="0"/>
              <a:t>two peaks (bimodal distribution)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253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4889-0F75-683B-7377-5EE4FE37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3E58-F394-02B2-20B9-F0CD862E5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 the histogram.</a:t>
            </a:r>
          </a:p>
          <a:p>
            <a:r>
              <a:rPr lang="en-US" dirty="0"/>
              <a:t>Divide pixels into two classes using threshold </a:t>
            </a:r>
            <a:r>
              <a:rPr lang="en-US" b="1" dirty="0"/>
              <a:t>T</a:t>
            </a:r>
            <a:r>
              <a:rPr lang="en-US" dirty="0"/>
              <a:t>.</a:t>
            </a:r>
          </a:p>
          <a:p>
            <a:r>
              <a:rPr lang="en-US" dirty="0"/>
              <a:t>Compute </a:t>
            </a:r>
            <a:r>
              <a:rPr lang="en-US" b="1" dirty="0"/>
              <a:t>between-class variance</a:t>
            </a:r>
            <a:r>
              <a:rPr lang="en-US" dirty="0"/>
              <a:t>.</a:t>
            </a:r>
          </a:p>
          <a:p>
            <a:r>
              <a:rPr lang="en-US" dirty="0"/>
              <a:t>Select </a:t>
            </a:r>
            <a:r>
              <a:rPr lang="en-US" b="1" dirty="0"/>
              <a:t>T that maximizes variance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CE8C8-7766-6989-4042-50729A81C7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Fully automatic</a:t>
            </a:r>
          </a:p>
          <a:p>
            <a:r>
              <a:rPr lang="en-US" dirty="0"/>
              <a:t>Good for bimodal histograms</a:t>
            </a:r>
          </a:p>
          <a:p>
            <a:r>
              <a:rPr lang="en-US" dirty="0"/>
              <a:t>Widely used in practice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979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C425-697D-C47A-3875-86404175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Thresholding (Adaptive Thresholding)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99D0A-E7F3-9D3F-2B00-355F6E48B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9396536" cy="4270375"/>
          </a:xfrm>
        </p:spPr>
        <p:txBody>
          <a:bodyPr>
            <a:normAutofit/>
          </a:bodyPr>
          <a:lstStyle/>
          <a:p>
            <a:r>
              <a:rPr lang="en-US" dirty="0"/>
              <a:t>Dynamic thresholding uses </a:t>
            </a:r>
            <a:r>
              <a:rPr lang="en-US" b="1" dirty="0"/>
              <a:t>different threshold values for different regions of the image</a:t>
            </a:r>
            <a:r>
              <a:rPr lang="en-US" dirty="0"/>
              <a:t>.</a:t>
            </a:r>
          </a:p>
          <a:p>
            <a:r>
              <a:rPr lang="en-US" dirty="0"/>
              <a:t>It is also called:</a:t>
            </a:r>
          </a:p>
          <a:p>
            <a:r>
              <a:rPr lang="en-US" b="1" dirty="0"/>
              <a:t>Adaptive Thresholding</a:t>
            </a:r>
            <a:r>
              <a:rPr lang="en-US" dirty="0"/>
              <a:t> or </a:t>
            </a:r>
            <a:r>
              <a:rPr lang="en-US" b="1" dirty="0"/>
              <a:t>Local Thresholding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091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D976-5086-D2BF-6825-295F227A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B5F8E-24F7-750E-2E5C-E1D94D5F8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Mathematical Representation</a:t>
                </a:r>
              </a:p>
              <a:p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local threshold depending on </a:t>
                </a:r>
                <a:r>
                  <a:rPr lang="en-IN" dirty="0" err="1"/>
                  <a:t>neighborhood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B5F8E-24F7-750E-2E5C-E1D94D5F8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431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6F17-A4DA-BCB2-E763-321FFE5F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9A1FF-60BB-F555-8B7B-4AFD77952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Mathematical Representation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local threshold depending on </a:t>
                </a:r>
                <a:r>
                  <a:rPr lang="en-IN" dirty="0" err="1"/>
                  <a:t>neighborhood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9A1FF-60BB-F555-8B7B-4AFD77952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848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1B68-E6C1-5CEA-11CB-1706B87F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768F4-E98D-2722-39ED-0D2CC9B0A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Works well for </a:t>
            </a:r>
            <a:r>
              <a:rPr lang="en-US" b="1" dirty="0"/>
              <a:t>uneven illumination</a:t>
            </a:r>
            <a:endParaRPr lang="en-US" dirty="0"/>
          </a:p>
          <a:p>
            <a:r>
              <a:rPr lang="en-US" dirty="0"/>
              <a:t>Better segmentation in complex images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Higher computational cost</a:t>
            </a:r>
          </a:p>
          <a:p>
            <a:r>
              <a:rPr lang="en-US" dirty="0"/>
              <a:t>More complex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408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E852B-B2C2-A684-35AD-77A29E8E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F81687-8139-447D-B154-6CDD26CEB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672395"/>
              </p:ext>
            </p:extLst>
          </p:nvPr>
        </p:nvGraphicFramePr>
        <p:xfrm>
          <a:off x="1847528" y="2636912"/>
          <a:ext cx="91440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263822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477340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0821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Threshold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Suitable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6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Thresholding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102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Global Thresholding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value for whole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Uniform illumination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491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Computed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64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Thresholding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threshold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Uneven lighting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05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81520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3103</TotalTime>
  <Words>1052</Words>
  <Application>Microsoft Office PowerPoint</Application>
  <PresentationFormat>Widescreen</PresentationFormat>
  <Paragraphs>239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Candara</vt:lpstr>
      <vt:lpstr>Consolas</vt:lpstr>
      <vt:lpstr>Tech Computer 16x9</vt:lpstr>
      <vt:lpstr>Computer Vision – Module 3</vt:lpstr>
      <vt:lpstr>Interpolation</vt:lpstr>
      <vt:lpstr>Nearest Neighbour Interpolation</vt:lpstr>
      <vt:lpstr>Mathematical representation</vt:lpstr>
      <vt:lpstr>Working Principle</vt:lpstr>
      <vt:lpstr>Applications</vt:lpstr>
      <vt:lpstr>Bilinear Interpolation</vt:lpstr>
      <vt:lpstr>Working Principle</vt:lpstr>
      <vt:lpstr>Characteristics</vt:lpstr>
      <vt:lpstr>Applications</vt:lpstr>
      <vt:lpstr>Bicubic Interpolation</vt:lpstr>
      <vt:lpstr>Mathematical representation</vt:lpstr>
      <vt:lpstr>Working Principle</vt:lpstr>
      <vt:lpstr>PowerPoint Presentation</vt:lpstr>
      <vt:lpstr>PowerPoint Presentation</vt:lpstr>
      <vt:lpstr>Comparison</vt:lpstr>
      <vt:lpstr>Key Differences</vt:lpstr>
      <vt:lpstr>Image Segmentation</vt:lpstr>
      <vt:lpstr>Mathematical Representation</vt:lpstr>
      <vt:lpstr>Thresholding</vt:lpstr>
      <vt:lpstr>Mathematical Representation</vt:lpstr>
      <vt:lpstr>Working Principle</vt:lpstr>
      <vt:lpstr>Global Thresholding</vt:lpstr>
      <vt:lpstr>Steps</vt:lpstr>
      <vt:lpstr>Automatic Threshold selection</vt:lpstr>
      <vt:lpstr>Steps</vt:lpstr>
      <vt:lpstr>Dynamic Thresholding (Adaptive Thresholding)</vt:lpstr>
      <vt:lpstr>Mathematical representation</vt:lpstr>
      <vt:lpstr>Working Principle</vt:lpstr>
      <vt:lpstr>PowerPoint Presentation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49</cp:revision>
  <dcterms:created xsi:type="dcterms:W3CDTF">2026-01-28T09:27:21Z</dcterms:created>
  <dcterms:modified xsi:type="dcterms:W3CDTF">2026-03-12T07:48:22Z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