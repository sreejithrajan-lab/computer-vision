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handoutMasterIdLst>
    <p:handoutMasterId r:id="rId34"/>
  </p:handoutMasterIdLst>
  <p:sldIdLst>
    <p:sldId id="256" r:id="rId2"/>
    <p:sldId id="276" r:id="rId3"/>
    <p:sldId id="265" r:id="rId4"/>
    <p:sldId id="277" r:id="rId5"/>
    <p:sldId id="278" r:id="rId6"/>
    <p:sldId id="280" r:id="rId7"/>
    <p:sldId id="281" r:id="rId8"/>
    <p:sldId id="282" r:id="rId9"/>
    <p:sldId id="283" r:id="rId10"/>
    <p:sldId id="284" r:id="rId11"/>
    <p:sldId id="285" r:id="rId12"/>
    <p:sldId id="286" r:id="rId13"/>
    <p:sldId id="291" r:id="rId14"/>
    <p:sldId id="287" r:id="rId15"/>
    <p:sldId id="288" r:id="rId16"/>
    <p:sldId id="289" r:id="rId17"/>
    <p:sldId id="292" r:id="rId18"/>
    <p:sldId id="347" r:id="rId19"/>
    <p:sldId id="290" r:id="rId20"/>
    <p:sldId id="293" r:id="rId21"/>
    <p:sldId id="294" r:id="rId22"/>
    <p:sldId id="295" r:id="rId23"/>
    <p:sldId id="297" r:id="rId24"/>
    <p:sldId id="298" r:id="rId25"/>
    <p:sldId id="348" r:id="rId26"/>
    <p:sldId id="349" r:id="rId27"/>
    <p:sldId id="350" r:id="rId28"/>
    <p:sldId id="302" r:id="rId29"/>
    <p:sldId id="351" r:id="rId30"/>
    <p:sldId id="352" r:id="rId31"/>
    <p:sldId id="353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840" userDrawn="1">
          <p15:clr>
            <a:srgbClr val="A4A3A4"/>
          </p15:clr>
        </p15:guide>
        <p15:guide id="2" orient="horz" pos="216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9612B0D-43A0-494E-A4D4-1828271DDC57}" v="180" dt="2026-02-04T08:29:24.91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>
      <p:cViewPr varScale="1">
        <p:scale>
          <a:sx n="95" d="100"/>
          <a:sy n="95" d="100"/>
        </p:scale>
        <p:origin x="163" y="72"/>
      </p:cViewPr>
      <p:guideLst>
        <p:guide pos="3840"/>
        <p:guide orient="horz" pos="216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63" d="100"/>
          <a:sy n="63" d="100"/>
        </p:scale>
        <p:origin x="2838" y="10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microsoft.com/office/2016/11/relationships/changesInfo" Target="changesInfos/changesInfo1.xml"/><Relationship Id="rId21" Type="http://schemas.openxmlformats.org/officeDocument/2006/relationships/slide" Target="slides/slide20.xml"/><Relationship Id="rId34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40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reejith Rajan" userId="ec11bca0e4bee75f" providerId="LiveId" clId="{7B4F392D-EAB3-4CE7-903E-F84869825F47}"/>
    <pc:docChg chg="undo custSel addSld modSld sldOrd">
      <pc:chgData name="Sreejith Rajan" userId="ec11bca0e4bee75f" providerId="LiveId" clId="{7B4F392D-EAB3-4CE7-903E-F84869825F47}" dt="2026-02-04T13:28:34.480" v="2087" actId="14100"/>
      <pc:docMkLst>
        <pc:docMk/>
      </pc:docMkLst>
      <pc:sldChg chg="modSp mod">
        <pc:chgData name="Sreejith Rajan" userId="ec11bca0e4bee75f" providerId="LiveId" clId="{7B4F392D-EAB3-4CE7-903E-F84869825F47}" dt="2026-02-04T07:59:58.753" v="1725" actId="6549"/>
        <pc:sldMkLst>
          <pc:docMk/>
          <pc:sldMk cId="242453831" sldId="256"/>
        </pc:sldMkLst>
        <pc:spChg chg="mod">
          <ac:chgData name="Sreejith Rajan" userId="ec11bca0e4bee75f" providerId="LiveId" clId="{7B4F392D-EAB3-4CE7-903E-F84869825F47}" dt="2026-02-04T07:59:58.753" v="1725" actId="6549"/>
          <ac:spMkLst>
            <pc:docMk/>
            <pc:sldMk cId="242453831" sldId="256"/>
            <ac:spMk id="3" creationId="{00000000-0000-0000-0000-000000000000}"/>
          </ac:spMkLst>
        </pc:spChg>
      </pc:sldChg>
      <pc:sldChg chg="modSp mod">
        <pc:chgData name="Sreejith Rajan" userId="ec11bca0e4bee75f" providerId="LiveId" clId="{7B4F392D-EAB3-4CE7-903E-F84869825F47}" dt="2026-01-28T11:14:32.433" v="381" actId="113"/>
        <pc:sldMkLst>
          <pc:docMk/>
          <pc:sldMk cId="2949394097" sldId="277"/>
        </pc:sldMkLst>
        <pc:spChg chg="mod">
          <ac:chgData name="Sreejith Rajan" userId="ec11bca0e4bee75f" providerId="LiveId" clId="{7B4F392D-EAB3-4CE7-903E-F84869825F47}" dt="2026-01-28T11:14:32.433" v="381" actId="113"/>
          <ac:spMkLst>
            <pc:docMk/>
            <pc:sldMk cId="2949394097" sldId="277"/>
            <ac:spMk id="3" creationId="{969F247C-BC93-52DB-77E7-71348FF77D03}"/>
          </ac:spMkLst>
        </pc:spChg>
      </pc:sldChg>
      <pc:sldChg chg="addSp delSp modSp new mod">
        <pc:chgData name="Sreejith Rajan" userId="ec11bca0e4bee75f" providerId="LiveId" clId="{7B4F392D-EAB3-4CE7-903E-F84869825F47}" dt="2026-01-28T11:07:09.576" v="299" actId="20577"/>
        <pc:sldMkLst>
          <pc:docMk/>
          <pc:sldMk cId="577398395" sldId="281"/>
        </pc:sldMkLst>
        <pc:spChg chg="mod">
          <ac:chgData name="Sreejith Rajan" userId="ec11bca0e4bee75f" providerId="LiveId" clId="{7B4F392D-EAB3-4CE7-903E-F84869825F47}" dt="2026-01-28T11:00:10.388" v="32" actId="20577"/>
          <ac:spMkLst>
            <pc:docMk/>
            <pc:sldMk cId="577398395" sldId="281"/>
            <ac:spMk id="2" creationId="{16B3C73F-CDA9-DD6C-267F-97D502340C6E}"/>
          </ac:spMkLst>
        </pc:spChg>
        <pc:spChg chg="add del mod">
          <ac:chgData name="Sreejith Rajan" userId="ec11bca0e4bee75f" providerId="LiveId" clId="{7B4F392D-EAB3-4CE7-903E-F84869825F47}" dt="2026-01-28T11:07:09.576" v="299" actId="20577"/>
          <ac:spMkLst>
            <pc:docMk/>
            <pc:sldMk cId="577398395" sldId="281"/>
            <ac:spMk id="3" creationId="{91DC38E5-E1BA-BDBA-3A7D-013F812C149C}"/>
          </ac:spMkLst>
        </pc:spChg>
      </pc:sldChg>
      <pc:sldChg chg="modSp add mod">
        <pc:chgData name="Sreejith Rajan" userId="ec11bca0e4bee75f" providerId="LiveId" clId="{7B4F392D-EAB3-4CE7-903E-F84869825F47}" dt="2026-01-28T11:12:20.889" v="380" actId="20577"/>
        <pc:sldMkLst>
          <pc:docMk/>
          <pc:sldMk cId="496715533" sldId="282"/>
        </pc:sldMkLst>
        <pc:spChg chg="mod">
          <ac:chgData name="Sreejith Rajan" userId="ec11bca0e4bee75f" providerId="LiveId" clId="{7B4F392D-EAB3-4CE7-903E-F84869825F47}" dt="2026-01-28T11:10:43.259" v="338" actId="20577"/>
          <ac:spMkLst>
            <pc:docMk/>
            <pc:sldMk cId="496715533" sldId="282"/>
            <ac:spMk id="2" creationId="{79F203E6-B395-60BD-8553-7869DA7569D3}"/>
          </ac:spMkLst>
        </pc:spChg>
        <pc:spChg chg="mod">
          <ac:chgData name="Sreejith Rajan" userId="ec11bca0e4bee75f" providerId="LiveId" clId="{7B4F392D-EAB3-4CE7-903E-F84869825F47}" dt="2026-01-28T11:12:20.889" v="380" actId="20577"/>
          <ac:spMkLst>
            <pc:docMk/>
            <pc:sldMk cId="496715533" sldId="282"/>
            <ac:spMk id="3" creationId="{31E74F7A-C7FB-FC2F-19AE-479543AA5FF5}"/>
          </ac:spMkLst>
        </pc:spChg>
      </pc:sldChg>
      <pc:sldChg chg="addSp delSp modSp new mod">
        <pc:chgData name="Sreejith Rajan" userId="ec11bca0e4bee75f" providerId="LiveId" clId="{7B4F392D-EAB3-4CE7-903E-F84869825F47}" dt="2026-01-28T12:29:00.098" v="454" actId="1076"/>
        <pc:sldMkLst>
          <pc:docMk/>
          <pc:sldMk cId="3476075454" sldId="283"/>
        </pc:sldMkLst>
        <pc:spChg chg="mod">
          <ac:chgData name="Sreejith Rajan" userId="ec11bca0e4bee75f" providerId="LiveId" clId="{7B4F392D-EAB3-4CE7-903E-F84869825F47}" dt="2026-01-28T12:28:41.328" v="449" actId="20577"/>
          <ac:spMkLst>
            <pc:docMk/>
            <pc:sldMk cId="3476075454" sldId="283"/>
            <ac:spMk id="2" creationId="{A07D470A-F35B-E369-AE37-3E931EF4B4DC}"/>
          </ac:spMkLst>
        </pc:spChg>
        <pc:picChg chg="add mod">
          <ac:chgData name="Sreejith Rajan" userId="ec11bca0e4bee75f" providerId="LiveId" clId="{7B4F392D-EAB3-4CE7-903E-F84869825F47}" dt="2026-01-28T12:29:00.098" v="454" actId="1076"/>
          <ac:picMkLst>
            <pc:docMk/>
            <pc:sldMk cId="3476075454" sldId="283"/>
            <ac:picMk id="5" creationId="{F66F1145-C370-6EFA-C993-F57E3245DDB2}"/>
          </ac:picMkLst>
        </pc:picChg>
      </pc:sldChg>
      <pc:sldChg chg="modSp new mod">
        <pc:chgData name="Sreejith Rajan" userId="ec11bca0e4bee75f" providerId="LiveId" clId="{7B4F392D-EAB3-4CE7-903E-F84869825F47}" dt="2026-01-29T08:26:13.028" v="673" actId="20577"/>
        <pc:sldMkLst>
          <pc:docMk/>
          <pc:sldMk cId="1078901978" sldId="284"/>
        </pc:sldMkLst>
        <pc:spChg chg="mod">
          <ac:chgData name="Sreejith Rajan" userId="ec11bca0e4bee75f" providerId="LiveId" clId="{7B4F392D-EAB3-4CE7-903E-F84869825F47}" dt="2026-01-29T08:22:49.645" v="507" actId="20577"/>
          <ac:spMkLst>
            <pc:docMk/>
            <pc:sldMk cId="1078901978" sldId="284"/>
            <ac:spMk id="2" creationId="{DB86669E-BD96-D32E-B9BA-7F8E7841B0C9}"/>
          </ac:spMkLst>
        </pc:spChg>
        <pc:spChg chg="mod">
          <ac:chgData name="Sreejith Rajan" userId="ec11bca0e4bee75f" providerId="LiveId" clId="{7B4F392D-EAB3-4CE7-903E-F84869825F47}" dt="2026-01-29T08:26:13.028" v="673" actId="20577"/>
          <ac:spMkLst>
            <pc:docMk/>
            <pc:sldMk cId="1078901978" sldId="284"/>
            <ac:spMk id="3" creationId="{694A62D9-96EA-6D70-E1BD-2206E6FA391A}"/>
          </ac:spMkLst>
        </pc:spChg>
      </pc:sldChg>
      <pc:sldChg chg="addSp delSp modSp new mod">
        <pc:chgData name="Sreejith Rajan" userId="ec11bca0e4bee75f" providerId="LiveId" clId="{7B4F392D-EAB3-4CE7-903E-F84869825F47}" dt="2026-01-29T08:31:47.847" v="819" actId="20577"/>
        <pc:sldMkLst>
          <pc:docMk/>
          <pc:sldMk cId="4118352869" sldId="285"/>
        </pc:sldMkLst>
        <pc:spChg chg="mod">
          <ac:chgData name="Sreejith Rajan" userId="ec11bca0e4bee75f" providerId="LiveId" clId="{7B4F392D-EAB3-4CE7-903E-F84869825F47}" dt="2026-01-29T08:26:29.235" v="688" actId="20577"/>
          <ac:spMkLst>
            <pc:docMk/>
            <pc:sldMk cId="4118352869" sldId="285"/>
            <ac:spMk id="2" creationId="{57EE5E69-DBB8-9A84-901B-F8902586ED84}"/>
          </ac:spMkLst>
        </pc:spChg>
        <pc:spChg chg="add del mod">
          <ac:chgData name="Sreejith Rajan" userId="ec11bca0e4bee75f" providerId="LiveId" clId="{7B4F392D-EAB3-4CE7-903E-F84869825F47}" dt="2026-01-29T08:31:47.847" v="819" actId="20577"/>
          <ac:spMkLst>
            <pc:docMk/>
            <pc:sldMk cId="4118352869" sldId="285"/>
            <ac:spMk id="3" creationId="{5207A0A3-2CAD-9B82-BB0A-D31121435AF1}"/>
          </ac:spMkLst>
        </pc:spChg>
        <pc:picChg chg="add mod">
          <ac:chgData name="Sreejith Rajan" userId="ec11bca0e4bee75f" providerId="LiveId" clId="{7B4F392D-EAB3-4CE7-903E-F84869825F47}" dt="2026-01-29T08:29:21.543" v="718" actId="1076"/>
          <ac:picMkLst>
            <pc:docMk/>
            <pc:sldMk cId="4118352869" sldId="285"/>
            <ac:picMk id="6" creationId="{FF939A5D-87AE-E08F-A0EB-2A792D733730}"/>
          </ac:picMkLst>
        </pc:picChg>
        <pc:picChg chg="add mod modCrop">
          <ac:chgData name="Sreejith Rajan" userId="ec11bca0e4bee75f" providerId="LiveId" clId="{7B4F392D-EAB3-4CE7-903E-F84869825F47}" dt="2026-01-29T08:30:23.703" v="726" actId="14100"/>
          <ac:picMkLst>
            <pc:docMk/>
            <pc:sldMk cId="4118352869" sldId="285"/>
            <ac:picMk id="8" creationId="{EEEEDC4D-FE28-2CFA-F1F5-328088FA27CA}"/>
          </ac:picMkLst>
        </pc:picChg>
      </pc:sldChg>
      <pc:sldChg chg="addSp delSp modSp new mod">
        <pc:chgData name="Sreejith Rajan" userId="ec11bca0e4bee75f" providerId="LiveId" clId="{7B4F392D-EAB3-4CE7-903E-F84869825F47}" dt="2026-01-29T09:28:57.892" v="850" actId="1076"/>
        <pc:sldMkLst>
          <pc:docMk/>
          <pc:sldMk cId="8252786" sldId="286"/>
        </pc:sldMkLst>
        <pc:spChg chg="mod">
          <ac:chgData name="Sreejith Rajan" userId="ec11bca0e4bee75f" providerId="LiveId" clId="{7B4F392D-EAB3-4CE7-903E-F84869825F47}" dt="2026-01-29T09:25:58.469" v="833" actId="20577"/>
          <ac:spMkLst>
            <pc:docMk/>
            <pc:sldMk cId="8252786" sldId="286"/>
            <ac:spMk id="2" creationId="{E1C181D6-A397-FF96-77EE-DF392A3CD488}"/>
          </ac:spMkLst>
        </pc:spChg>
        <pc:spChg chg="mod">
          <ac:chgData name="Sreejith Rajan" userId="ec11bca0e4bee75f" providerId="LiveId" clId="{7B4F392D-EAB3-4CE7-903E-F84869825F47}" dt="2026-01-29T09:26:43.747" v="841" actId="20577"/>
          <ac:spMkLst>
            <pc:docMk/>
            <pc:sldMk cId="8252786" sldId="286"/>
            <ac:spMk id="3" creationId="{BCE21B45-62C6-AF35-6F8F-4D1A75537E7E}"/>
          </ac:spMkLst>
        </pc:spChg>
        <pc:picChg chg="add mod modCrop">
          <ac:chgData name="Sreejith Rajan" userId="ec11bca0e4bee75f" providerId="LiveId" clId="{7B4F392D-EAB3-4CE7-903E-F84869825F47}" dt="2026-01-29T09:28:57.892" v="850" actId="1076"/>
          <ac:picMkLst>
            <pc:docMk/>
            <pc:sldMk cId="8252786" sldId="286"/>
            <ac:picMk id="5" creationId="{04FE6E30-ACFB-29A7-1C9E-5F230EC40A9F}"/>
          </ac:picMkLst>
        </pc:picChg>
      </pc:sldChg>
      <pc:sldChg chg="modSp new mod">
        <pc:chgData name="Sreejith Rajan" userId="ec11bca0e4bee75f" providerId="LiveId" clId="{7B4F392D-EAB3-4CE7-903E-F84869825F47}" dt="2026-01-29T09:32:16.136" v="963" actId="20577"/>
        <pc:sldMkLst>
          <pc:docMk/>
          <pc:sldMk cId="2061746392" sldId="287"/>
        </pc:sldMkLst>
        <pc:spChg chg="mod">
          <ac:chgData name="Sreejith Rajan" userId="ec11bca0e4bee75f" providerId="LiveId" clId="{7B4F392D-EAB3-4CE7-903E-F84869825F47}" dt="2026-01-29T09:29:12.335" v="867" actId="20577"/>
          <ac:spMkLst>
            <pc:docMk/>
            <pc:sldMk cId="2061746392" sldId="287"/>
            <ac:spMk id="2" creationId="{3FD7936A-0E49-A77C-2A51-375E04F88356}"/>
          </ac:spMkLst>
        </pc:spChg>
        <pc:spChg chg="mod">
          <ac:chgData name="Sreejith Rajan" userId="ec11bca0e4bee75f" providerId="LiveId" clId="{7B4F392D-EAB3-4CE7-903E-F84869825F47}" dt="2026-01-29T09:32:16.136" v="963" actId="20577"/>
          <ac:spMkLst>
            <pc:docMk/>
            <pc:sldMk cId="2061746392" sldId="287"/>
            <ac:spMk id="3" creationId="{D43D2F27-11CE-5CFC-B33B-5885F64A7D3A}"/>
          </ac:spMkLst>
        </pc:spChg>
      </pc:sldChg>
      <pc:sldChg chg="addSp modSp new mod">
        <pc:chgData name="Sreejith Rajan" userId="ec11bca0e4bee75f" providerId="LiveId" clId="{7B4F392D-EAB3-4CE7-903E-F84869825F47}" dt="2026-01-29T09:34:54.589" v="993" actId="1076"/>
        <pc:sldMkLst>
          <pc:docMk/>
          <pc:sldMk cId="3650375048" sldId="288"/>
        </pc:sldMkLst>
        <pc:spChg chg="mod">
          <ac:chgData name="Sreejith Rajan" userId="ec11bca0e4bee75f" providerId="LiveId" clId="{7B4F392D-EAB3-4CE7-903E-F84869825F47}" dt="2026-01-29T09:32:57.991" v="975" actId="20577"/>
          <ac:spMkLst>
            <pc:docMk/>
            <pc:sldMk cId="3650375048" sldId="288"/>
            <ac:spMk id="2" creationId="{BD28CB1F-A559-A303-4744-775851E22599}"/>
          </ac:spMkLst>
        </pc:spChg>
        <pc:spChg chg="mod">
          <ac:chgData name="Sreejith Rajan" userId="ec11bca0e4bee75f" providerId="LiveId" clId="{7B4F392D-EAB3-4CE7-903E-F84869825F47}" dt="2026-01-29T09:33:38.347" v="988" actId="20577"/>
          <ac:spMkLst>
            <pc:docMk/>
            <pc:sldMk cId="3650375048" sldId="288"/>
            <ac:spMk id="3" creationId="{F018D86A-87BE-3295-49A6-6F01471E0EF5}"/>
          </ac:spMkLst>
        </pc:spChg>
        <pc:picChg chg="add mod modCrop">
          <ac:chgData name="Sreejith Rajan" userId="ec11bca0e4bee75f" providerId="LiveId" clId="{7B4F392D-EAB3-4CE7-903E-F84869825F47}" dt="2026-01-29T09:34:54.589" v="993" actId="1076"/>
          <ac:picMkLst>
            <pc:docMk/>
            <pc:sldMk cId="3650375048" sldId="288"/>
            <ac:picMk id="5" creationId="{ED57B221-1DC5-044B-3A58-35E842DA1039}"/>
          </ac:picMkLst>
        </pc:picChg>
      </pc:sldChg>
      <pc:sldChg chg="addSp modSp new mod">
        <pc:chgData name="Sreejith Rajan" userId="ec11bca0e4bee75f" providerId="LiveId" clId="{7B4F392D-EAB3-4CE7-903E-F84869825F47}" dt="2026-01-29T09:36:48.392" v="1016" actId="1076"/>
        <pc:sldMkLst>
          <pc:docMk/>
          <pc:sldMk cId="3970158279" sldId="289"/>
        </pc:sldMkLst>
        <pc:spChg chg="mod">
          <ac:chgData name="Sreejith Rajan" userId="ec11bca0e4bee75f" providerId="LiveId" clId="{7B4F392D-EAB3-4CE7-903E-F84869825F47}" dt="2026-01-29T09:35:16.838" v="1006" actId="20577"/>
          <ac:spMkLst>
            <pc:docMk/>
            <pc:sldMk cId="3970158279" sldId="289"/>
            <ac:spMk id="2" creationId="{752AED4F-3E39-26B9-1F38-43039E149EFE}"/>
          </ac:spMkLst>
        </pc:spChg>
        <pc:spChg chg="mod">
          <ac:chgData name="Sreejith Rajan" userId="ec11bca0e4bee75f" providerId="LiveId" clId="{7B4F392D-EAB3-4CE7-903E-F84869825F47}" dt="2026-01-29T09:36:12.173" v="1011" actId="20577"/>
          <ac:spMkLst>
            <pc:docMk/>
            <pc:sldMk cId="3970158279" sldId="289"/>
            <ac:spMk id="3" creationId="{3267779D-E370-25AB-0F5B-2C280D780C6C}"/>
          </ac:spMkLst>
        </pc:spChg>
        <pc:picChg chg="add mod modCrop">
          <ac:chgData name="Sreejith Rajan" userId="ec11bca0e4bee75f" providerId="LiveId" clId="{7B4F392D-EAB3-4CE7-903E-F84869825F47}" dt="2026-01-29T09:36:48.392" v="1016" actId="1076"/>
          <ac:picMkLst>
            <pc:docMk/>
            <pc:sldMk cId="3970158279" sldId="289"/>
            <ac:picMk id="5" creationId="{8D7D7D97-C763-C1C7-0F38-192171BC4804}"/>
          </ac:picMkLst>
        </pc:picChg>
      </pc:sldChg>
      <pc:sldChg chg="addSp delSp modSp new mod">
        <pc:chgData name="Sreejith Rajan" userId="ec11bca0e4bee75f" providerId="LiveId" clId="{7B4F392D-EAB3-4CE7-903E-F84869825F47}" dt="2026-01-29T09:37:56.140" v="1038" actId="1076"/>
        <pc:sldMkLst>
          <pc:docMk/>
          <pc:sldMk cId="359768088" sldId="290"/>
        </pc:sldMkLst>
        <pc:spChg chg="mod">
          <ac:chgData name="Sreejith Rajan" userId="ec11bca0e4bee75f" providerId="LiveId" clId="{7B4F392D-EAB3-4CE7-903E-F84869825F47}" dt="2026-01-29T09:37:18.044" v="1031" actId="20577"/>
          <ac:spMkLst>
            <pc:docMk/>
            <pc:sldMk cId="359768088" sldId="290"/>
            <ac:spMk id="2" creationId="{3AA3F0BE-C8FB-20E5-8EE9-139CD235B75A}"/>
          </ac:spMkLst>
        </pc:spChg>
        <pc:graphicFrameChg chg="add mod modGraphic">
          <ac:chgData name="Sreejith Rajan" userId="ec11bca0e4bee75f" providerId="LiveId" clId="{7B4F392D-EAB3-4CE7-903E-F84869825F47}" dt="2026-01-29T09:37:56.140" v="1038" actId="1076"/>
          <ac:graphicFrameMkLst>
            <pc:docMk/>
            <pc:sldMk cId="359768088" sldId="290"/>
            <ac:graphicFrameMk id="4" creationId="{B32C0619-FD52-E358-B779-3AC6682B32DA}"/>
          </ac:graphicFrameMkLst>
        </pc:graphicFrameChg>
      </pc:sldChg>
      <pc:sldChg chg="modSp new mod">
        <pc:chgData name="Sreejith Rajan" userId="ec11bca0e4bee75f" providerId="LiveId" clId="{7B4F392D-EAB3-4CE7-903E-F84869825F47}" dt="2026-01-29T09:47:40.816" v="1347" actId="20577"/>
        <pc:sldMkLst>
          <pc:docMk/>
          <pc:sldMk cId="3485488711" sldId="291"/>
        </pc:sldMkLst>
        <pc:spChg chg="mod">
          <ac:chgData name="Sreejith Rajan" userId="ec11bca0e4bee75f" providerId="LiveId" clId="{7B4F392D-EAB3-4CE7-903E-F84869825F47}" dt="2026-01-29T09:39:35.521" v="1055" actId="20577"/>
          <ac:spMkLst>
            <pc:docMk/>
            <pc:sldMk cId="3485488711" sldId="291"/>
            <ac:spMk id="2" creationId="{422CC8AF-72C7-78E6-5DDE-EDAB30E54AC6}"/>
          </ac:spMkLst>
        </pc:spChg>
        <pc:spChg chg="mod">
          <ac:chgData name="Sreejith Rajan" userId="ec11bca0e4bee75f" providerId="LiveId" clId="{7B4F392D-EAB3-4CE7-903E-F84869825F47}" dt="2026-01-29T09:47:40.816" v="1347" actId="20577"/>
          <ac:spMkLst>
            <pc:docMk/>
            <pc:sldMk cId="3485488711" sldId="291"/>
            <ac:spMk id="3" creationId="{8616D05F-B51C-A5F8-851E-1C960A2D25D1}"/>
          </ac:spMkLst>
        </pc:spChg>
      </pc:sldChg>
      <pc:sldChg chg="modSp add mod ord">
        <pc:chgData name="Sreejith Rajan" userId="ec11bca0e4bee75f" providerId="LiveId" clId="{7B4F392D-EAB3-4CE7-903E-F84869825F47}" dt="2026-01-29T09:48:22.889" v="1356" actId="20577"/>
        <pc:sldMkLst>
          <pc:docMk/>
          <pc:sldMk cId="22085607" sldId="292"/>
        </pc:sldMkLst>
        <pc:spChg chg="mod">
          <ac:chgData name="Sreejith Rajan" userId="ec11bca0e4bee75f" providerId="LiveId" clId="{7B4F392D-EAB3-4CE7-903E-F84869825F47}" dt="2026-01-29T09:44:40.913" v="1240" actId="20577"/>
          <ac:spMkLst>
            <pc:docMk/>
            <pc:sldMk cId="22085607" sldId="292"/>
            <ac:spMk id="2" creationId="{C3B5DD5C-E89C-9928-7828-330493D6D747}"/>
          </ac:spMkLst>
        </pc:spChg>
        <pc:spChg chg="mod">
          <ac:chgData name="Sreejith Rajan" userId="ec11bca0e4bee75f" providerId="LiveId" clId="{7B4F392D-EAB3-4CE7-903E-F84869825F47}" dt="2026-01-29T09:48:22.889" v="1356" actId="20577"/>
          <ac:spMkLst>
            <pc:docMk/>
            <pc:sldMk cId="22085607" sldId="292"/>
            <ac:spMk id="3" creationId="{9ED32EAF-8AFD-86D2-3DB3-FF3F7AE648BB}"/>
          </ac:spMkLst>
        </pc:spChg>
      </pc:sldChg>
      <pc:sldChg chg="addSp modSp new mod">
        <pc:chgData name="Sreejith Rajan" userId="ec11bca0e4bee75f" providerId="LiveId" clId="{7B4F392D-EAB3-4CE7-903E-F84869825F47}" dt="2026-02-02T08:39:10.558" v="1622" actId="1076"/>
        <pc:sldMkLst>
          <pc:docMk/>
          <pc:sldMk cId="838514129" sldId="293"/>
        </pc:sldMkLst>
        <pc:spChg chg="mod">
          <ac:chgData name="Sreejith Rajan" userId="ec11bca0e4bee75f" providerId="LiveId" clId="{7B4F392D-EAB3-4CE7-903E-F84869825F47}" dt="2026-02-02T08:12:41.136" v="1372" actId="20577"/>
          <ac:spMkLst>
            <pc:docMk/>
            <pc:sldMk cId="838514129" sldId="293"/>
            <ac:spMk id="2" creationId="{B61DC38C-B935-CC0F-245B-0788725A1200}"/>
          </ac:spMkLst>
        </pc:spChg>
        <pc:spChg chg="mod">
          <ac:chgData name="Sreejith Rajan" userId="ec11bca0e4bee75f" providerId="LiveId" clId="{7B4F392D-EAB3-4CE7-903E-F84869825F47}" dt="2026-02-02T08:14:56.810" v="1382" actId="20577"/>
          <ac:spMkLst>
            <pc:docMk/>
            <pc:sldMk cId="838514129" sldId="293"/>
            <ac:spMk id="3" creationId="{02501693-791A-3B64-E8E0-30247C118106}"/>
          </ac:spMkLst>
        </pc:spChg>
        <pc:spChg chg="add mod">
          <ac:chgData name="Sreejith Rajan" userId="ec11bca0e4bee75f" providerId="LiveId" clId="{7B4F392D-EAB3-4CE7-903E-F84869825F47}" dt="2026-02-02T08:39:10.558" v="1622" actId="1076"/>
          <ac:spMkLst>
            <pc:docMk/>
            <pc:sldMk cId="838514129" sldId="293"/>
            <ac:spMk id="6" creationId="{63CE9AAE-9582-C11A-8D4A-677DF8791256}"/>
          </ac:spMkLst>
        </pc:spChg>
        <pc:picChg chg="add mod">
          <ac:chgData name="Sreejith Rajan" userId="ec11bca0e4bee75f" providerId="LiveId" clId="{7B4F392D-EAB3-4CE7-903E-F84869825F47}" dt="2026-02-02T08:39:00.744" v="1619" actId="1076"/>
          <ac:picMkLst>
            <pc:docMk/>
            <pc:sldMk cId="838514129" sldId="293"/>
            <ac:picMk id="5" creationId="{D5535780-FFB7-357D-C7F6-9893F0ACD0B0}"/>
          </ac:picMkLst>
        </pc:picChg>
      </pc:sldChg>
      <pc:sldChg chg="addSp delSp modSp new mod">
        <pc:chgData name="Sreejith Rajan" userId="ec11bca0e4bee75f" providerId="LiveId" clId="{7B4F392D-EAB3-4CE7-903E-F84869825F47}" dt="2026-02-02T08:35:14.191" v="1587" actId="20577"/>
        <pc:sldMkLst>
          <pc:docMk/>
          <pc:sldMk cId="1094232091" sldId="294"/>
        </pc:sldMkLst>
        <pc:spChg chg="mod">
          <ac:chgData name="Sreejith Rajan" userId="ec11bca0e4bee75f" providerId="LiveId" clId="{7B4F392D-EAB3-4CE7-903E-F84869825F47}" dt="2026-02-02T08:18:31.548" v="1425" actId="20577"/>
          <ac:spMkLst>
            <pc:docMk/>
            <pc:sldMk cId="1094232091" sldId="294"/>
            <ac:spMk id="2" creationId="{C3405D6E-FDB3-4C52-65D8-D1FD95D01AEF}"/>
          </ac:spMkLst>
        </pc:spChg>
        <pc:spChg chg="mod">
          <ac:chgData name="Sreejith Rajan" userId="ec11bca0e4bee75f" providerId="LiveId" clId="{7B4F392D-EAB3-4CE7-903E-F84869825F47}" dt="2026-02-02T08:35:14.191" v="1587" actId="20577"/>
          <ac:spMkLst>
            <pc:docMk/>
            <pc:sldMk cId="1094232091" sldId="294"/>
            <ac:spMk id="3" creationId="{86347F61-D9A1-06BA-2897-992480998344}"/>
          </ac:spMkLst>
        </pc:spChg>
        <pc:picChg chg="add mod">
          <ac:chgData name="Sreejith Rajan" userId="ec11bca0e4bee75f" providerId="LiveId" clId="{7B4F392D-EAB3-4CE7-903E-F84869825F47}" dt="2026-02-02T08:21:24.258" v="1465" actId="1076"/>
          <ac:picMkLst>
            <pc:docMk/>
            <pc:sldMk cId="1094232091" sldId="294"/>
            <ac:picMk id="7" creationId="{876E87A6-A21C-339D-E431-3311928BFA0E}"/>
          </ac:picMkLst>
        </pc:picChg>
      </pc:sldChg>
      <pc:sldChg chg="addSp modSp new mod">
        <pc:chgData name="Sreejith Rajan" userId="ec11bca0e4bee75f" providerId="LiveId" clId="{7B4F392D-EAB3-4CE7-903E-F84869825F47}" dt="2026-02-02T08:25:09.606" v="1502" actId="1076"/>
        <pc:sldMkLst>
          <pc:docMk/>
          <pc:sldMk cId="312179180" sldId="295"/>
        </pc:sldMkLst>
        <pc:spChg chg="mod">
          <ac:chgData name="Sreejith Rajan" userId="ec11bca0e4bee75f" providerId="LiveId" clId="{7B4F392D-EAB3-4CE7-903E-F84869825F47}" dt="2026-02-02T08:22:37.208" v="1481" actId="20577"/>
          <ac:spMkLst>
            <pc:docMk/>
            <pc:sldMk cId="312179180" sldId="295"/>
            <ac:spMk id="2" creationId="{14BAB176-CC97-CA7D-02E0-16695859D1CA}"/>
          </ac:spMkLst>
        </pc:spChg>
        <pc:spChg chg="mod">
          <ac:chgData name="Sreejith Rajan" userId="ec11bca0e4bee75f" providerId="LiveId" clId="{7B4F392D-EAB3-4CE7-903E-F84869825F47}" dt="2026-02-02T08:24:06.329" v="1498" actId="20577"/>
          <ac:spMkLst>
            <pc:docMk/>
            <pc:sldMk cId="312179180" sldId="295"/>
            <ac:spMk id="3" creationId="{94604663-0B0E-EF63-DB36-2558778FA607}"/>
          </ac:spMkLst>
        </pc:spChg>
        <pc:picChg chg="add mod">
          <ac:chgData name="Sreejith Rajan" userId="ec11bca0e4bee75f" providerId="LiveId" clId="{7B4F392D-EAB3-4CE7-903E-F84869825F47}" dt="2026-02-02T08:25:09.606" v="1502" actId="1076"/>
          <ac:picMkLst>
            <pc:docMk/>
            <pc:sldMk cId="312179180" sldId="295"/>
            <ac:picMk id="5" creationId="{0666F5A8-0AE5-47A7-55C1-10A1985273D5}"/>
          </ac:picMkLst>
        </pc:picChg>
      </pc:sldChg>
      <pc:sldChg chg="addSp delSp modSp new mod">
        <pc:chgData name="Sreejith Rajan" userId="ec11bca0e4bee75f" providerId="LiveId" clId="{7B4F392D-EAB3-4CE7-903E-F84869825F47}" dt="2026-02-02T08:29:48.696" v="1521"/>
        <pc:sldMkLst>
          <pc:docMk/>
          <pc:sldMk cId="484128902" sldId="296"/>
        </pc:sldMkLst>
        <pc:spChg chg="add mod">
          <ac:chgData name="Sreejith Rajan" userId="ec11bca0e4bee75f" providerId="LiveId" clId="{7B4F392D-EAB3-4CE7-903E-F84869825F47}" dt="2026-02-02T08:29:21.246" v="1517" actId="14100"/>
          <ac:spMkLst>
            <pc:docMk/>
            <pc:sldMk cId="484128902" sldId="296"/>
            <ac:spMk id="8" creationId="{BFCF2B5D-EDD6-7E60-9DA7-39D256E54F55}"/>
          </ac:spMkLst>
        </pc:spChg>
        <pc:spChg chg="add mod">
          <ac:chgData name="Sreejith Rajan" userId="ec11bca0e4bee75f" providerId="LiveId" clId="{7B4F392D-EAB3-4CE7-903E-F84869825F47}" dt="2026-02-02T08:29:48.696" v="1521"/>
          <ac:spMkLst>
            <pc:docMk/>
            <pc:sldMk cId="484128902" sldId="296"/>
            <ac:spMk id="9" creationId="{16AC3D22-2D9E-8772-D549-10D20618FB07}"/>
          </ac:spMkLst>
        </pc:spChg>
        <pc:picChg chg="add mod ord">
          <ac:chgData name="Sreejith Rajan" userId="ec11bca0e4bee75f" providerId="LiveId" clId="{7B4F392D-EAB3-4CE7-903E-F84869825F47}" dt="2026-02-02T08:25:48.181" v="1506" actId="1076"/>
          <ac:picMkLst>
            <pc:docMk/>
            <pc:sldMk cId="484128902" sldId="296"/>
            <ac:picMk id="5" creationId="{C62074D3-2129-3E96-0B2D-F443D3BA9E88}"/>
          </ac:picMkLst>
        </pc:picChg>
        <pc:picChg chg="add mod">
          <ac:chgData name="Sreejith Rajan" userId="ec11bca0e4bee75f" providerId="LiveId" clId="{7B4F392D-EAB3-4CE7-903E-F84869825F47}" dt="2026-02-02T08:26:30.358" v="1511" actId="14100"/>
          <ac:picMkLst>
            <pc:docMk/>
            <pc:sldMk cId="484128902" sldId="296"/>
            <ac:picMk id="7" creationId="{4533A4B4-E02A-2AE0-0D6D-86E97CEC24D7}"/>
          </ac:picMkLst>
        </pc:picChg>
      </pc:sldChg>
      <pc:sldChg chg="addSp delSp modSp new mod">
        <pc:chgData name="Sreejith Rajan" userId="ec11bca0e4bee75f" providerId="LiveId" clId="{7B4F392D-EAB3-4CE7-903E-F84869825F47}" dt="2026-02-04T13:28:34.480" v="2087" actId="14100"/>
        <pc:sldMkLst>
          <pc:docMk/>
          <pc:sldMk cId="829793420" sldId="297"/>
        </pc:sldMkLst>
        <pc:spChg chg="mod">
          <ac:chgData name="Sreejith Rajan" userId="ec11bca0e4bee75f" providerId="LiveId" clId="{7B4F392D-EAB3-4CE7-903E-F84869825F47}" dt="2026-02-02T08:30:43.893" v="1548" actId="20577"/>
          <ac:spMkLst>
            <pc:docMk/>
            <pc:sldMk cId="829793420" sldId="297"/>
            <ac:spMk id="2" creationId="{014A04CF-15C4-8330-6BA3-B4FFA15F0EA5}"/>
          </ac:spMkLst>
        </pc:spChg>
        <pc:spChg chg="add mod">
          <ac:chgData name="Sreejith Rajan" userId="ec11bca0e4bee75f" providerId="LiveId" clId="{7B4F392D-EAB3-4CE7-903E-F84869825F47}" dt="2026-02-02T08:32:19.085" v="1555" actId="1076"/>
          <ac:spMkLst>
            <pc:docMk/>
            <pc:sldMk cId="829793420" sldId="297"/>
            <ac:spMk id="7" creationId="{79A87CA1-23AE-49E7-3500-81008DB9341B}"/>
          </ac:spMkLst>
        </pc:spChg>
        <pc:picChg chg="add mod ord">
          <ac:chgData name="Sreejith Rajan" userId="ec11bca0e4bee75f" providerId="LiveId" clId="{7B4F392D-EAB3-4CE7-903E-F84869825F47}" dt="2026-02-04T13:28:34.480" v="2087" actId="14100"/>
          <ac:picMkLst>
            <pc:docMk/>
            <pc:sldMk cId="829793420" sldId="297"/>
            <ac:picMk id="5" creationId="{31545EA1-E64A-0739-FC05-006BD7D35D69}"/>
          </ac:picMkLst>
        </pc:picChg>
      </pc:sldChg>
      <pc:sldChg chg="modSp new mod">
        <pc:chgData name="Sreejith Rajan" userId="ec11bca0e4bee75f" providerId="LiveId" clId="{7B4F392D-EAB3-4CE7-903E-F84869825F47}" dt="2026-02-03T10:48:56.806" v="1673" actId="5793"/>
        <pc:sldMkLst>
          <pc:docMk/>
          <pc:sldMk cId="2629671684" sldId="298"/>
        </pc:sldMkLst>
        <pc:spChg chg="mod">
          <ac:chgData name="Sreejith Rajan" userId="ec11bca0e4bee75f" providerId="LiveId" clId="{7B4F392D-EAB3-4CE7-903E-F84869825F47}" dt="2026-02-02T09:44:37.829" v="1641" actId="20577"/>
          <ac:spMkLst>
            <pc:docMk/>
            <pc:sldMk cId="2629671684" sldId="298"/>
            <ac:spMk id="2" creationId="{6120A8E8-A9A6-3874-A43B-0D8B9F0E21C1}"/>
          </ac:spMkLst>
        </pc:spChg>
        <pc:spChg chg="mod">
          <ac:chgData name="Sreejith Rajan" userId="ec11bca0e4bee75f" providerId="LiveId" clId="{7B4F392D-EAB3-4CE7-903E-F84869825F47}" dt="2026-02-03T10:48:56.806" v="1673" actId="5793"/>
          <ac:spMkLst>
            <pc:docMk/>
            <pc:sldMk cId="2629671684" sldId="298"/>
            <ac:spMk id="3" creationId="{CD899691-4739-5679-D451-0C66FE06F942}"/>
          </ac:spMkLst>
        </pc:spChg>
      </pc:sldChg>
      <pc:sldChg chg="modSp new mod">
        <pc:chgData name="Sreejith Rajan" userId="ec11bca0e4bee75f" providerId="LiveId" clId="{7B4F392D-EAB3-4CE7-903E-F84869825F47}" dt="2026-02-03T10:52:44.445" v="1724"/>
        <pc:sldMkLst>
          <pc:docMk/>
          <pc:sldMk cId="3289453992" sldId="299"/>
        </pc:sldMkLst>
        <pc:spChg chg="mod">
          <ac:chgData name="Sreejith Rajan" userId="ec11bca0e4bee75f" providerId="LiveId" clId="{7B4F392D-EAB3-4CE7-903E-F84869825F47}" dt="2026-02-03T10:49:18.055" v="1723" actId="20577"/>
          <ac:spMkLst>
            <pc:docMk/>
            <pc:sldMk cId="3289453992" sldId="299"/>
            <ac:spMk id="2" creationId="{582BD62D-958D-F163-2631-5C8C63951B71}"/>
          </ac:spMkLst>
        </pc:spChg>
        <pc:spChg chg="mod">
          <ac:chgData name="Sreejith Rajan" userId="ec11bca0e4bee75f" providerId="LiveId" clId="{7B4F392D-EAB3-4CE7-903E-F84869825F47}" dt="2026-02-03T10:52:44.445" v="1724"/>
          <ac:spMkLst>
            <pc:docMk/>
            <pc:sldMk cId="3289453992" sldId="299"/>
            <ac:spMk id="3" creationId="{CBAB42D1-DAEE-8C6D-BD98-CB21421431A1}"/>
          </ac:spMkLst>
        </pc:spChg>
      </pc:sldChg>
      <pc:sldChg chg="modSp new mod">
        <pc:chgData name="Sreejith Rajan" userId="ec11bca0e4bee75f" providerId="LiveId" clId="{7B4F392D-EAB3-4CE7-903E-F84869825F47}" dt="2026-02-04T08:01:20.539" v="1758" actId="20577"/>
        <pc:sldMkLst>
          <pc:docMk/>
          <pc:sldMk cId="3893374817" sldId="300"/>
        </pc:sldMkLst>
        <pc:spChg chg="mod">
          <ac:chgData name="Sreejith Rajan" userId="ec11bca0e4bee75f" providerId="LiveId" clId="{7B4F392D-EAB3-4CE7-903E-F84869825F47}" dt="2026-02-04T08:00:14.226" v="1744" actId="313"/>
          <ac:spMkLst>
            <pc:docMk/>
            <pc:sldMk cId="3893374817" sldId="300"/>
            <ac:spMk id="2" creationId="{D90974F0-49AF-B5F3-15D4-6DB4BC005D9C}"/>
          </ac:spMkLst>
        </pc:spChg>
        <pc:spChg chg="mod">
          <ac:chgData name="Sreejith Rajan" userId="ec11bca0e4bee75f" providerId="LiveId" clId="{7B4F392D-EAB3-4CE7-903E-F84869825F47}" dt="2026-02-04T08:01:20.539" v="1758" actId="20577"/>
          <ac:spMkLst>
            <pc:docMk/>
            <pc:sldMk cId="3893374817" sldId="300"/>
            <ac:spMk id="3" creationId="{432D0774-65CF-4311-71F9-4CD9F11B49F0}"/>
          </ac:spMkLst>
        </pc:spChg>
      </pc:sldChg>
      <pc:sldChg chg="addSp delSp modSp new mod">
        <pc:chgData name="Sreejith Rajan" userId="ec11bca0e4bee75f" providerId="LiveId" clId="{7B4F392D-EAB3-4CE7-903E-F84869825F47}" dt="2026-02-04T08:02:37.357" v="1810" actId="313"/>
        <pc:sldMkLst>
          <pc:docMk/>
          <pc:sldMk cId="3334913749" sldId="301"/>
        </pc:sldMkLst>
        <pc:spChg chg="mod">
          <ac:chgData name="Sreejith Rajan" userId="ec11bca0e4bee75f" providerId="LiveId" clId="{7B4F392D-EAB3-4CE7-903E-F84869825F47}" dt="2026-02-04T08:02:37.357" v="1810" actId="313"/>
          <ac:spMkLst>
            <pc:docMk/>
            <pc:sldMk cId="3334913749" sldId="301"/>
            <ac:spMk id="2" creationId="{BE8788E4-A615-A1E5-C2CA-1C698CE7F2A5}"/>
          </ac:spMkLst>
        </pc:spChg>
        <pc:spChg chg="add del mod">
          <ac:chgData name="Sreejith Rajan" userId="ec11bca0e4bee75f" providerId="LiveId" clId="{7B4F392D-EAB3-4CE7-903E-F84869825F47}" dt="2026-02-04T08:02:33.791" v="1809" actId="20577"/>
          <ac:spMkLst>
            <pc:docMk/>
            <pc:sldMk cId="3334913749" sldId="301"/>
            <ac:spMk id="3" creationId="{309CAF0D-023E-E52D-0119-3AB14773DA08}"/>
          </ac:spMkLst>
        </pc:spChg>
        <pc:spChg chg="add mod">
          <ac:chgData name="Sreejith Rajan" userId="ec11bca0e4bee75f" providerId="LiveId" clId="{7B4F392D-EAB3-4CE7-903E-F84869825F47}" dt="2026-02-04T08:02:28.355" v="1806"/>
          <ac:spMkLst>
            <pc:docMk/>
            <pc:sldMk cId="3334913749" sldId="301"/>
            <ac:spMk id="4" creationId="{DA53EA27-9C0B-5C2F-1FD3-55AA414A31F6}"/>
          </ac:spMkLst>
        </pc:spChg>
      </pc:sldChg>
      <pc:sldChg chg="addSp modSp new mod">
        <pc:chgData name="Sreejith Rajan" userId="ec11bca0e4bee75f" providerId="LiveId" clId="{7B4F392D-EAB3-4CE7-903E-F84869825F47}" dt="2026-02-04T08:09:52.268" v="1902" actId="1076"/>
        <pc:sldMkLst>
          <pc:docMk/>
          <pc:sldMk cId="1197431595" sldId="302"/>
        </pc:sldMkLst>
        <pc:spChg chg="mod">
          <ac:chgData name="Sreejith Rajan" userId="ec11bca0e4bee75f" providerId="LiveId" clId="{7B4F392D-EAB3-4CE7-903E-F84869825F47}" dt="2026-02-04T08:03:25.470" v="1863" actId="20577"/>
          <ac:spMkLst>
            <pc:docMk/>
            <pc:sldMk cId="1197431595" sldId="302"/>
            <ac:spMk id="2" creationId="{DD88D976-5086-D2BF-6825-295F227AA746}"/>
          </ac:spMkLst>
        </pc:spChg>
        <pc:spChg chg="mod">
          <ac:chgData name="Sreejith Rajan" userId="ec11bca0e4bee75f" providerId="LiveId" clId="{7B4F392D-EAB3-4CE7-903E-F84869825F47}" dt="2026-02-04T08:09:17.692" v="1896" actId="20577"/>
          <ac:spMkLst>
            <pc:docMk/>
            <pc:sldMk cId="1197431595" sldId="302"/>
            <ac:spMk id="3" creationId="{A32B5F8E-24F7-750E-2E5C-E1D94D5F8747}"/>
          </ac:spMkLst>
        </pc:spChg>
        <pc:picChg chg="add mod modCrop">
          <ac:chgData name="Sreejith Rajan" userId="ec11bca0e4bee75f" providerId="LiveId" clId="{7B4F392D-EAB3-4CE7-903E-F84869825F47}" dt="2026-02-04T08:09:52.268" v="1902" actId="1076"/>
          <ac:picMkLst>
            <pc:docMk/>
            <pc:sldMk cId="1197431595" sldId="302"/>
            <ac:picMk id="5" creationId="{A0779B55-445D-CD23-8EA0-E1EC2B42053A}"/>
          </ac:picMkLst>
        </pc:picChg>
      </pc:sldChg>
      <pc:sldChg chg="addSp modSp new mod">
        <pc:chgData name="Sreejith Rajan" userId="ec11bca0e4bee75f" providerId="LiveId" clId="{7B4F392D-EAB3-4CE7-903E-F84869825F47}" dt="2026-02-04T08:12:08.308" v="1920" actId="1076"/>
        <pc:sldMkLst>
          <pc:docMk/>
          <pc:sldMk cId="4041791266" sldId="303"/>
        </pc:sldMkLst>
        <pc:spChg chg="mod">
          <ac:chgData name="Sreejith Rajan" userId="ec11bca0e4bee75f" providerId="LiveId" clId="{7B4F392D-EAB3-4CE7-903E-F84869825F47}" dt="2026-02-04T08:10:32.022" v="1907" actId="20577"/>
          <ac:spMkLst>
            <pc:docMk/>
            <pc:sldMk cId="4041791266" sldId="303"/>
            <ac:spMk id="2" creationId="{2369565F-07A2-DDD1-A9A5-976AD67016A3}"/>
          </ac:spMkLst>
        </pc:spChg>
        <pc:spChg chg="mod">
          <ac:chgData name="Sreejith Rajan" userId="ec11bca0e4bee75f" providerId="LiveId" clId="{7B4F392D-EAB3-4CE7-903E-F84869825F47}" dt="2026-02-04T08:11:39.991" v="1914" actId="15"/>
          <ac:spMkLst>
            <pc:docMk/>
            <pc:sldMk cId="4041791266" sldId="303"/>
            <ac:spMk id="3" creationId="{480003C2-9977-BF7E-6A1B-501DA18DFC13}"/>
          </ac:spMkLst>
        </pc:spChg>
        <pc:picChg chg="add mod">
          <ac:chgData name="Sreejith Rajan" userId="ec11bca0e4bee75f" providerId="LiveId" clId="{7B4F392D-EAB3-4CE7-903E-F84869825F47}" dt="2026-02-04T08:12:08.308" v="1920" actId="1076"/>
          <ac:picMkLst>
            <pc:docMk/>
            <pc:sldMk cId="4041791266" sldId="303"/>
            <ac:picMk id="5" creationId="{EBE5B9B3-2838-B52D-869B-F75F943FD18A}"/>
          </ac:picMkLst>
        </pc:picChg>
      </pc:sldChg>
      <pc:sldChg chg="addSp modSp new mod">
        <pc:chgData name="Sreejith Rajan" userId="ec11bca0e4bee75f" providerId="LiveId" clId="{7B4F392D-EAB3-4CE7-903E-F84869825F47}" dt="2026-02-04T08:16:58.842" v="1937" actId="1076"/>
        <pc:sldMkLst>
          <pc:docMk/>
          <pc:sldMk cId="3059473869" sldId="304"/>
        </pc:sldMkLst>
        <pc:spChg chg="mod">
          <ac:chgData name="Sreejith Rajan" userId="ec11bca0e4bee75f" providerId="LiveId" clId="{7B4F392D-EAB3-4CE7-903E-F84869825F47}" dt="2026-02-04T08:12:32.430" v="1922"/>
          <ac:spMkLst>
            <pc:docMk/>
            <pc:sldMk cId="3059473869" sldId="304"/>
            <ac:spMk id="2" creationId="{696FB79E-8173-F714-FF90-05E94194C277}"/>
          </ac:spMkLst>
        </pc:spChg>
        <pc:spChg chg="mod">
          <ac:chgData name="Sreejith Rajan" userId="ec11bca0e4bee75f" providerId="LiveId" clId="{7B4F392D-EAB3-4CE7-903E-F84869825F47}" dt="2026-02-04T08:16:23.132" v="1931" actId="20577"/>
          <ac:spMkLst>
            <pc:docMk/>
            <pc:sldMk cId="3059473869" sldId="304"/>
            <ac:spMk id="3" creationId="{7546057B-3E11-A018-98D4-CA6F418A6B02}"/>
          </ac:spMkLst>
        </pc:spChg>
        <pc:picChg chg="add mod modCrop">
          <ac:chgData name="Sreejith Rajan" userId="ec11bca0e4bee75f" providerId="LiveId" clId="{7B4F392D-EAB3-4CE7-903E-F84869825F47}" dt="2026-02-04T08:16:58.842" v="1937" actId="1076"/>
          <ac:picMkLst>
            <pc:docMk/>
            <pc:sldMk cId="3059473869" sldId="304"/>
            <ac:picMk id="5" creationId="{950E3F82-0428-559C-DDAA-B1A4F1218368}"/>
          </ac:picMkLst>
        </pc:picChg>
      </pc:sldChg>
      <pc:sldChg chg="addSp delSp modSp new mod">
        <pc:chgData name="Sreejith Rajan" userId="ec11bca0e4bee75f" providerId="LiveId" clId="{7B4F392D-EAB3-4CE7-903E-F84869825F47}" dt="2026-02-04T13:28:11.011" v="2084" actId="14100"/>
        <pc:sldMkLst>
          <pc:docMk/>
          <pc:sldMk cId="2095788429" sldId="305"/>
        </pc:sldMkLst>
        <pc:spChg chg="mod">
          <ac:chgData name="Sreejith Rajan" userId="ec11bca0e4bee75f" providerId="LiveId" clId="{7B4F392D-EAB3-4CE7-903E-F84869825F47}" dt="2026-02-04T08:17:24.125" v="1939"/>
          <ac:spMkLst>
            <pc:docMk/>
            <pc:sldMk cId="2095788429" sldId="305"/>
            <ac:spMk id="2" creationId="{E781B9F9-C351-3BD7-4C68-67E36F4DBDFD}"/>
          </ac:spMkLst>
        </pc:spChg>
        <pc:spChg chg="mod">
          <ac:chgData name="Sreejith Rajan" userId="ec11bca0e4bee75f" providerId="LiveId" clId="{7B4F392D-EAB3-4CE7-903E-F84869825F47}" dt="2026-02-04T08:21:01.309" v="1960" actId="1076"/>
          <ac:spMkLst>
            <pc:docMk/>
            <pc:sldMk cId="2095788429" sldId="305"/>
            <ac:spMk id="3" creationId="{2341FA90-BDFE-6883-EB51-B6D59B289983}"/>
          </ac:spMkLst>
        </pc:spChg>
        <pc:picChg chg="add del mod">
          <ac:chgData name="Sreejith Rajan" userId="ec11bca0e4bee75f" providerId="LiveId" clId="{7B4F392D-EAB3-4CE7-903E-F84869825F47}" dt="2026-02-04T08:19:53.121" v="1958" actId="931"/>
          <ac:picMkLst>
            <pc:docMk/>
            <pc:sldMk cId="2095788429" sldId="305"/>
            <ac:picMk id="5" creationId="{FE33DC65-3231-2E98-4585-D05E6FB71D60}"/>
          </ac:picMkLst>
        </pc:picChg>
        <pc:picChg chg="add del mod">
          <ac:chgData name="Sreejith Rajan" userId="ec11bca0e4bee75f" providerId="LiveId" clId="{7B4F392D-EAB3-4CE7-903E-F84869825F47}" dt="2026-02-04T08:21:09.857" v="1963" actId="478"/>
          <ac:picMkLst>
            <pc:docMk/>
            <pc:sldMk cId="2095788429" sldId="305"/>
            <ac:picMk id="7" creationId="{FDA89AC9-8C2B-7479-F410-FA661AB5A1E4}"/>
          </ac:picMkLst>
        </pc:picChg>
        <pc:picChg chg="add mod">
          <ac:chgData name="Sreejith Rajan" userId="ec11bca0e4bee75f" providerId="LiveId" clId="{7B4F392D-EAB3-4CE7-903E-F84869825F47}" dt="2026-02-04T13:28:11.011" v="2084" actId="14100"/>
          <ac:picMkLst>
            <pc:docMk/>
            <pc:sldMk cId="2095788429" sldId="305"/>
            <ac:picMk id="9" creationId="{57399A93-F7C2-2DCF-8E09-1B3B9E6815C7}"/>
          </ac:picMkLst>
        </pc:picChg>
      </pc:sldChg>
      <pc:sldChg chg="modSp new mod">
        <pc:chgData name="Sreejith Rajan" userId="ec11bca0e4bee75f" providerId="LiveId" clId="{7B4F392D-EAB3-4CE7-903E-F84869825F47}" dt="2026-02-04T08:25:54.633" v="1985" actId="15"/>
        <pc:sldMkLst>
          <pc:docMk/>
          <pc:sldMk cId="4198985954" sldId="306"/>
        </pc:sldMkLst>
        <pc:spChg chg="mod">
          <ac:chgData name="Sreejith Rajan" userId="ec11bca0e4bee75f" providerId="LiveId" clId="{7B4F392D-EAB3-4CE7-903E-F84869825F47}" dt="2026-02-04T08:24:58.287" v="1982" actId="20577"/>
          <ac:spMkLst>
            <pc:docMk/>
            <pc:sldMk cId="4198985954" sldId="306"/>
            <ac:spMk id="2" creationId="{115364C5-6CFB-A19B-37DA-657BC0A2D974}"/>
          </ac:spMkLst>
        </pc:spChg>
        <pc:spChg chg="mod">
          <ac:chgData name="Sreejith Rajan" userId="ec11bca0e4bee75f" providerId="LiveId" clId="{7B4F392D-EAB3-4CE7-903E-F84869825F47}" dt="2026-02-04T08:25:54.633" v="1985" actId="15"/>
          <ac:spMkLst>
            <pc:docMk/>
            <pc:sldMk cId="4198985954" sldId="306"/>
            <ac:spMk id="3" creationId="{6373E2E1-8EA1-AC04-C0C4-97E457BC33FE}"/>
          </ac:spMkLst>
        </pc:spChg>
      </pc:sldChg>
      <pc:sldChg chg="addSp modSp new mod">
        <pc:chgData name="Sreejith Rajan" userId="ec11bca0e4bee75f" providerId="LiveId" clId="{7B4F392D-EAB3-4CE7-903E-F84869825F47}" dt="2026-02-04T08:42:47.844" v="2082" actId="1076"/>
        <pc:sldMkLst>
          <pc:docMk/>
          <pc:sldMk cId="2049320460" sldId="307"/>
        </pc:sldMkLst>
        <pc:spChg chg="mod">
          <ac:chgData name="Sreejith Rajan" userId="ec11bca0e4bee75f" providerId="LiveId" clId="{7B4F392D-EAB3-4CE7-903E-F84869825F47}" dt="2026-02-04T08:26:21.088" v="2008" actId="20577"/>
          <ac:spMkLst>
            <pc:docMk/>
            <pc:sldMk cId="2049320460" sldId="307"/>
            <ac:spMk id="2" creationId="{14EAA839-3351-3EAE-517B-FC1AC640901A}"/>
          </ac:spMkLst>
        </pc:spChg>
        <pc:spChg chg="mod">
          <ac:chgData name="Sreejith Rajan" userId="ec11bca0e4bee75f" providerId="LiveId" clId="{7B4F392D-EAB3-4CE7-903E-F84869825F47}" dt="2026-02-04T08:31:02.311" v="2075" actId="20577"/>
          <ac:spMkLst>
            <pc:docMk/>
            <pc:sldMk cId="2049320460" sldId="307"/>
            <ac:spMk id="3" creationId="{ABB37113-BEEE-4F38-0352-37221E9A6CB2}"/>
          </ac:spMkLst>
        </pc:spChg>
        <pc:picChg chg="add mod">
          <ac:chgData name="Sreejith Rajan" userId="ec11bca0e4bee75f" providerId="LiveId" clId="{7B4F392D-EAB3-4CE7-903E-F84869825F47}" dt="2026-02-04T08:42:47.844" v="2082" actId="1076"/>
          <ac:picMkLst>
            <pc:docMk/>
            <pc:sldMk cId="2049320460" sldId="307"/>
            <ac:picMk id="5" creationId="{738460E8-2D5F-EDDD-DEA6-242F2367B7FD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62B48F5-BACC-47D6-A0F7-82FBF9C6BC85}" type="datetimeFigureOut">
              <a:rPr lang="en-US"/>
              <a:t>3/12/2026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5ACAF8E-318A-4EFE-8633-D9E72ABCE0ED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06559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B1CD00-5424-4675-AB18-2C419B060449}" type="datetimeFigureOut">
              <a:rPr lang="en-US"/>
              <a:t>3/12/2026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EE2CF44-2B13-41B4-A334-1CDF534EEBBF}" type="slidenum">
              <a:r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45385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 bwMode="gray">
          <a:xfrm>
            <a:off x="0" y="2825016"/>
            <a:ext cx="12188952" cy="3180930"/>
          </a:xfrm>
          <a:prstGeom prst="rect">
            <a:avLst/>
          </a:prstGeom>
          <a:solidFill>
            <a:schemeClr val="bg1">
              <a:lumMod val="85000"/>
              <a:lumOff val="15000"/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 userDrawn="1"/>
        </p:nvSpPr>
        <p:spPr bwMode="black">
          <a:xfrm>
            <a:off x="0" y="3075709"/>
            <a:ext cx="12188952" cy="263929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 bwMode="white">
          <a:xfrm>
            <a:off x="1066800" y="3165763"/>
            <a:ext cx="10058400" cy="1711037"/>
          </a:xfrm>
        </p:spPr>
        <p:txBody>
          <a:bodyPr anchor="b">
            <a:normAutofit/>
          </a:bodyPr>
          <a:lstStyle>
            <a:lvl1pPr algn="l">
              <a:lnSpc>
                <a:spcPct val="80000"/>
              </a:lnSpc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1066800" y="4953000"/>
            <a:ext cx="10058400" cy="685800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88627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444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24000" y="1828800"/>
            <a:ext cx="9144000" cy="2743200"/>
          </a:xfrm>
        </p:spPr>
        <p:txBody>
          <a:bodyPr anchor="b">
            <a:normAutofit/>
          </a:bodyPr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4589463"/>
            <a:ext cx="9144000" cy="1506537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2000">
                <a:solidFill>
                  <a:schemeClr val="accent1"/>
                </a:solidFill>
                <a:latin typeface="+mj-lt"/>
              </a:defRPr>
            </a:lvl1pPr>
            <a:lvl2pPr marL="457200" indent="0">
              <a:buNone/>
              <a:defRPr sz="2000"/>
            </a:lvl2pPr>
            <a:lvl3pPr marL="914400" indent="0">
              <a:buNone/>
              <a:defRPr sz="18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506778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240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324600" y="1825625"/>
            <a:ext cx="4343400" cy="427037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567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70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270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27648" y="1828800"/>
            <a:ext cx="4343400" cy="685800"/>
          </a:xfrm>
        </p:spPr>
        <p:txBody>
          <a:bodyPr anchor="ctr">
            <a:normAutofit/>
          </a:bodyPr>
          <a:lstStyle>
            <a:lvl1pPr marL="0" indent="0">
              <a:spcBef>
                <a:spcPts val="0"/>
              </a:spcBef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27648" y="2514600"/>
            <a:ext cx="4343400" cy="35814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79065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89767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8172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002587" y="1600200"/>
            <a:ext cx="3122613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0412" y="762000"/>
            <a:ext cx="6400800" cy="53340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001039" y="3429000"/>
            <a:ext cx="3124161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37413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97952" y="1600200"/>
            <a:ext cx="3127248" cy="1828800"/>
          </a:xfrm>
        </p:spPr>
        <p:txBody>
          <a:bodyPr anchor="b"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781251" y="777240"/>
            <a:ext cx="6400800" cy="5303520"/>
          </a:xfrm>
        </p:spPr>
        <p:txBody>
          <a:bodyPr tIns="45720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97952" y="3429000"/>
            <a:ext cx="3127248" cy="18288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Rectangle 7" descr="An empty placeholder to add an image. Click on the placeholder and select the image that you wish to add."/>
          <p:cNvSpPr/>
          <p:nvPr userDrawn="1"/>
        </p:nvSpPr>
        <p:spPr bwMode="blackWhite">
          <a:xfrm>
            <a:off x="644091" y="640080"/>
            <a:ext cx="6675120" cy="5577840"/>
          </a:xfrm>
          <a:prstGeom prst="rect">
            <a:avLst/>
          </a:prstGeom>
          <a:solidFill>
            <a:srgbClr val="000000"/>
          </a:solidFill>
          <a:ln w="101600">
            <a:solidFill>
              <a:schemeClr val="tx1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72497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1542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57199"/>
            <a:ext cx="1943100" cy="56388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24000" y="457199"/>
            <a:ext cx="7048500" cy="5638801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C0096-1860-4642-9CD2-0079EA5E7CD1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31375A4-56A4-47D6-9801-1991572033F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6350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24000" y="457200"/>
            <a:ext cx="9144000" cy="11430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24000" y="1828800"/>
            <a:ext cx="9144000" cy="4267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24000" y="6362700"/>
            <a:ext cx="6881553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10600" y="6362700"/>
            <a:ext cx="9906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37CC0096-1860-4642-9CD2-0079EA5E7CD1}" type="datetimeFigureOut">
              <a:rPr lang="en-US" smtClean="0"/>
              <a:pPr/>
              <a:t>3/12/2026</a:t>
            </a:fld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29800" y="6362700"/>
            <a:ext cx="838200" cy="25717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85000"/>
                  </a:schemeClr>
                </a:solidFill>
              </a:defRPr>
            </a:lvl1pPr>
          </a:lstStyle>
          <a:p>
            <a:fld id="{E31375A4-56A4-47D6-9801-1991572033F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25986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400" kern="1200">
          <a:solidFill>
            <a:schemeClr val="accent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accent1"/>
        </a:buClr>
        <a:buFont typeface="Arial" pitchFamily="34" charset="0"/>
        <a:buChar char="•"/>
        <a:defRPr sz="20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Font typeface="Arial" pitchFamily="34" charset="0"/>
        <a:buChar char="•"/>
        <a:defRPr sz="18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2pPr>
      <a:lvl3pPr marL="914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6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3pPr>
      <a:lvl4pPr marL="12344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4pPr>
      <a:lvl5pPr marL="150876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>
              <a:lumMod val="85000"/>
            </a:schemeClr>
          </a:solidFill>
          <a:latin typeface="+mn-lt"/>
          <a:ea typeface="+mn-ea"/>
          <a:cs typeface="+mn-cs"/>
        </a:defRPr>
      </a:lvl5pPr>
      <a:lvl6pPr marL="178308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33172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606040" indent="-228600" algn="l" defTabSz="914400" rtl="0" eaLnBrk="1" latinLnBrk="0" hangingPunct="1">
        <a:lnSpc>
          <a:spcPct val="90000"/>
        </a:lnSpc>
        <a:spcBef>
          <a:spcPts val="800"/>
        </a:spcBef>
        <a:buClr>
          <a:schemeClr val="accent1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gif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IN" dirty="0"/>
              <a:t>Computer Vision – Module 3</a:t>
            </a:r>
            <a:endParaRPr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IN" dirty="0"/>
              <a:t>Dr. Sreejith Rajan						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24538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DC7A23-0564-8C40-1C9E-FFB7ABFF6A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>
            <a:extLst>
              <a:ext uri="{FF2B5EF4-FFF2-40B4-BE49-F238E27FC236}">
                <a16:creationId xmlns:a16="http://schemas.microsoft.com/office/drawing/2014/main" id="{4CBF0D62-215A-4F0D-9E87-10286D7130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Interpolation</a:t>
            </a:r>
            <a:endParaRPr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551E4E5B-1DCC-4BE6-D37C-862AE9CE07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Interpolation methods estimate </a:t>
            </a:r>
            <a:r>
              <a:rPr lang="en-US" b="1" dirty="0"/>
              <a:t>unknown pixel values</a:t>
            </a:r>
            <a:r>
              <a:rPr lang="en-US" dirty="0"/>
              <a:t> when an image is </a:t>
            </a:r>
            <a:r>
              <a:rPr lang="en-US" b="1" dirty="0"/>
              <a:t>resized, rotated, or geometrically transformed</a:t>
            </a:r>
            <a:r>
              <a:rPr lang="en-US" dirty="0"/>
              <a:t>. During such transformations, the mapped pixel location often falls at </a:t>
            </a:r>
            <a:r>
              <a:rPr lang="en-US" b="1" dirty="0"/>
              <a:t>non-integer coordinates</a:t>
            </a:r>
            <a:r>
              <a:rPr lang="en-US" dirty="0"/>
              <a:t>, so interpolation is used to calculate the pixel intensity at that location.</a:t>
            </a:r>
          </a:p>
          <a:p>
            <a:pPr marL="0" indent="0">
              <a:buNone/>
            </a:pPr>
            <a:r>
              <a:rPr lang="en-US" dirty="0"/>
              <a:t>The three commonly used interpolation techniques are:</a:t>
            </a:r>
          </a:p>
          <a:p>
            <a:r>
              <a:rPr lang="en-US" b="1" dirty="0"/>
              <a:t>Nearest </a:t>
            </a:r>
            <a:r>
              <a:rPr lang="en-US" b="1" dirty="0" err="1"/>
              <a:t>Neighbour</a:t>
            </a:r>
            <a:r>
              <a:rPr lang="en-US" b="1" dirty="0"/>
              <a:t> Interpolation</a:t>
            </a:r>
            <a:endParaRPr lang="en-US" dirty="0"/>
          </a:p>
          <a:p>
            <a:r>
              <a:rPr lang="en-US" b="1" dirty="0"/>
              <a:t>Bilinear Interpolation</a:t>
            </a:r>
            <a:endParaRPr lang="en-US" dirty="0"/>
          </a:p>
          <a:p>
            <a:r>
              <a:rPr lang="en-US" b="1" dirty="0"/>
              <a:t>Bicubic Interpolation</a:t>
            </a:r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594669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Nearest </a:t>
            </a:r>
            <a:r>
              <a:rPr lang="en-US" b="1" dirty="0" err="1"/>
              <a:t>Neighbour</a:t>
            </a:r>
            <a:r>
              <a:rPr lang="en-US" b="1" dirty="0"/>
              <a:t> Interpolation</a:t>
            </a:r>
            <a:endParaRPr lang="en-US" dirty="0"/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Nearest </a:t>
            </a:r>
            <a:r>
              <a:rPr lang="en-US" dirty="0" err="1"/>
              <a:t>neighbour</a:t>
            </a:r>
            <a:r>
              <a:rPr lang="en-US" dirty="0"/>
              <a:t> interpolation is the </a:t>
            </a:r>
            <a:r>
              <a:rPr lang="en-US" b="1" dirty="0"/>
              <a:t>simplest interpolation technique</a:t>
            </a:r>
            <a:r>
              <a:rPr lang="en-US" dirty="0"/>
              <a:t> in which the value of the </a:t>
            </a:r>
            <a:r>
              <a:rPr lang="en-US" b="1" dirty="0"/>
              <a:t>nearest pixel</a:t>
            </a:r>
            <a:r>
              <a:rPr lang="en-US" dirty="0"/>
              <a:t> to the calculated coordinate is assigned to the new pixel.</a:t>
            </a:r>
          </a:p>
          <a:p>
            <a:r>
              <a:rPr lang="en-US" dirty="0"/>
              <a:t>It does </a:t>
            </a:r>
            <a:r>
              <a:rPr lang="en-US" b="1" dirty="0"/>
              <a:t>not compute new pixel values</a:t>
            </a:r>
            <a:r>
              <a:rPr lang="en-US" dirty="0"/>
              <a:t>, but simply copies the value of the closest existing pixel.</a:t>
            </a:r>
          </a:p>
          <a:p>
            <a:pPr marL="0" indent="0">
              <a:buNone/>
            </a:pPr>
            <a:br>
              <a:rPr lang="en-IN" dirty="0"/>
            </a:br>
            <a:endParaRPr lang="en-IN" dirty="0"/>
          </a:p>
          <a:p>
            <a:endParaRPr lang="en-IN" dirty="0"/>
          </a:p>
          <a:p>
            <a:pPr marL="0" indent="0">
              <a:buNone/>
            </a:pPr>
            <a:endParaRPr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E1B0E6D-93FC-0C47-3CC5-7BF359F3AE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9376" y="3645024"/>
            <a:ext cx="4145180" cy="217979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BDF7177-5AA3-A981-87E3-5511554FB4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75920" y="3690804"/>
            <a:ext cx="6119847" cy="2088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8263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7A0519-B972-8D7F-8C58-9C23D0EDE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Mathematical representation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9F247C-BC93-52DB-77E7-71348FF77D0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IN" dirty="0"/>
                  <a:t>If the mapped coordinate is </a:t>
                </a:r>
                <a:r>
                  <a:rPr lang="en-IN" b="1" dirty="0"/>
                  <a:t>(x, y)</a:t>
                </a:r>
                <a:r>
                  <a:rPr lang="en-IN" dirty="0"/>
                  <a:t>:</a:t>
                </a:r>
              </a:p>
              <a:p>
                <a:endParaRPr lang="en-IN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/>
                        <m:t>𝑓</m:t>
                      </m:r>
                      <m:d>
                        <m:dPr>
                          <m:sepChr m:val=","/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𝑥</m:t>
                          </m:r>
                        </m:e>
                        <m:e>
                          <m:r>
                            <a:rPr lang="ar-AE" i="1"/>
                            <m:t>𝑦</m:t>
                          </m:r>
                        </m:e>
                      </m:d>
                      <m:r>
                        <a:rPr lang="ar-AE"/>
                        <m:t>=</m:t>
                      </m:r>
                      <m:r>
                        <a:rPr lang="ar-AE" i="1"/>
                        <m:t>𝑓</m:t>
                      </m:r>
                      <m:d>
                        <m:dPr>
                          <m:sepChr m:val=","/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𝑟</m:t>
                          </m:r>
                        </m:e>
                        <m:e>
                          <m:r>
                            <a:rPr lang="ar-AE" i="1"/>
                            <m:t>𝑜𝑢𝑛𝑑</m:t>
                          </m:r>
                          <m:d>
                            <m:dPr>
                              <m:ctrlPr>
                                <a:rPr lang="ar-AE" i="1"/>
                              </m:ctrlPr>
                            </m:dPr>
                            <m:e>
                              <m:r>
                                <a:rPr lang="ar-AE" i="1"/>
                                <m:t>𝑥</m:t>
                              </m:r>
                            </m:e>
                          </m:d>
                          <m:r>
                            <a:rPr lang="ar-AE" i="1"/>
                            <m:t>𝑟𝑜𝑢𝑛𝑑</m:t>
                          </m:r>
                          <m:d>
                            <m:dPr>
                              <m:ctrlPr>
                                <a:rPr lang="ar-AE" i="1"/>
                              </m:ctrlPr>
                            </m:dPr>
                            <m:e>
                              <m:r>
                                <a:rPr lang="ar-AE" i="1"/>
                                <m:t>𝑦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IN" dirty="0"/>
                  <a:t>Where</a:t>
                </a:r>
              </a:p>
              <a:p>
                <a14:m>
                  <m:oMath xmlns:m="http://schemas.openxmlformats.org/officeDocument/2006/math">
                    <m:r>
                      <a:rPr lang="en-IN" i="1"/>
                      <m:t>𝑓</m:t>
                    </m:r>
                    <m:d>
                      <m:dPr>
                        <m:sepChr m:val=","/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𝑥</m:t>
                        </m:r>
                      </m:e>
                      <m:e>
                        <m:r>
                          <a:rPr lang="ar-AE" i="1"/>
                          <m:t>𝑦</m:t>
                        </m:r>
                      </m:e>
                    </m:d>
                  </m:oMath>
                </a14:m>
                <a:r>
                  <a:rPr lang="ar-AE" dirty="0"/>
                  <a:t>= </a:t>
                </a:r>
                <a:r>
                  <a:rPr lang="en-IN" dirty="0"/>
                  <a:t>interpolated pixel value</a:t>
                </a:r>
              </a:p>
              <a:p>
                <a14:m>
                  <m:oMath xmlns:m="http://schemas.openxmlformats.org/officeDocument/2006/math">
                    <m:r>
                      <a:rPr lang="en-IN" i="1"/>
                      <m:t>𝑟𝑜𝑢𝑛𝑑</m:t>
                    </m:r>
                    <m:d>
                      <m:dPr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𝑥</m:t>
                        </m:r>
                      </m:e>
                    </m:d>
                    <m:r>
                      <a:rPr lang="ar-AE"/>
                      <m:t>,</m:t>
                    </m:r>
                    <m:r>
                      <a:rPr lang="ar-AE" i="1"/>
                      <m:t>𝑟𝑜𝑢𝑛𝑑</m:t>
                    </m:r>
                    <m:d>
                      <m:dPr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𝑦</m:t>
                        </m:r>
                      </m:e>
                    </m:d>
                  </m:oMath>
                </a14:m>
                <a:r>
                  <a:rPr lang="ar-AE" dirty="0"/>
                  <a:t>= </a:t>
                </a:r>
                <a:r>
                  <a:rPr lang="en-IN" dirty="0"/>
                  <a:t>nearest integer coordinates.</a:t>
                </a:r>
              </a:p>
              <a:p>
                <a:endParaRPr lang="en-IN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9F247C-BC93-52DB-77E7-71348FF77D0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67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49394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85866-866C-8F75-495A-ED8520075A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8EBB6-5B46-2D10-2765-BD4D2CCFE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Working Principle</a:t>
            </a:r>
            <a:endParaRPr lang="en-IN" dirty="0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F3A8D69B-BC15-31D9-C633-B4516DA6E60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524000" y="1844824"/>
            <a:ext cx="6070893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Perform the geometric transformation (scaling/rotation).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Compute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mapped coordinate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Find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closest integer pixel position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Copy that pixel value to the new location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D1E536-BEAB-C45C-1358-C5D9CDA1FA3F}"/>
              </a:ext>
            </a:extLst>
          </p:cNvPr>
          <p:cNvSpPr txBox="1"/>
          <p:nvPr/>
        </p:nvSpPr>
        <p:spPr>
          <a:xfrm>
            <a:off x="1533691" y="3429000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 dirty="0"/>
              <a:t>Advantages</a:t>
            </a:r>
          </a:p>
          <a:p>
            <a:pPr>
              <a:buNone/>
            </a:pPr>
            <a:endParaRPr lang="en-US" b="1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Very </a:t>
            </a:r>
            <a:r>
              <a:rPr lang="en-US" b="1" dirty="0"/>
              <a:t>simple algorithm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/>
              <a:t>Fastest interpolation method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Requires </a:t>
            </a:r>
            <a:r>
              <a:rPr lang="en-US" b="1" dirty="0"/>
              <a:t>very low computation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buNone/>
            </a:pPr>
            <a:r>
              <a:rPr lang="en-US" b="1" dirty="0"/>
              <a:t>Disadvantages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Produces </a:t>
            </a:r>
            <a:r>
              <a:rPr lang="en-US" b="1" dirty="0"/>
              <a:t>blocky or jagged edges</a:t>
            </a:r>
            <a:endParaRPr lang="en-US" dirty="0"/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Poor image quality when enlarging images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/>
              <a:t>Not suitable for high-quality image scaling</a:t>
            </a:r>
          </a:p>
        </p:txBody>
      </p:sp>
    </p:spTree>
    <p:extLst>
      <p:ext uri="{BB962C8B-B14F-4D97-AF65-F5344CB8AC3E}">
        <p14:creationId xmlns:p14="http://schemas.microsoft.com/office/powerpoint/2010/main" val="13465037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520098-AF40-A755-5E52-C5D22FAD52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91CC4-E3FE-6696-D7D4-DCDC65C9C4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Applications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10B00306-262A-5366-192D-C9904A2BB81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703512" y="1988840"/>
            <a:ext cx="3326552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Fast image preview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Real-time systems</a:t>
            </a: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Binary images or label maps</a:t>
            </a:r>
          </a:p>
        </p:txBody>
      </p:sp>
    </p:spTree>
    <p:extLst>
      <p:ext uri="{BB962C8B-B14F-4D97-AF65-F5344CB8AC3E}">
        <p14:creationId xmlns:p14="http://schemas.microsoft.com/office/powerpoint/2010/main" val="1702946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3C73F-CDA9-DD6C-267F-97D502340C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Bilinear Interpolation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DC38E5-E1BA-BDBA-3A7D-013F812C149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24000" y="1916832"/>
                <a:ext cx="9144000" cy="426720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Bilinear interpolation calculates the new pixel value using a </a:t>
                </a:r>
                <a:r>
                  <a:rPr lang="en-US" b="1" dirty="0"/>
                  <a:t>weighted average of the four nearest pixels</a:t>
                </a:r>
                <a:r>
                  <a:rPr lang="en-US" dirty="0"/>
                  <a:t> surrounding the target coordinate.</a:t>
                </a:r>
              </a:p>
              <a:p>
                <a:r>
                  <a:rPr lang="en-US" dirty="0"/>
                  <a:t>It performs </a:t>
                </a:r>
                <a:r>
                  <a:rPr lang="en-US" b="1" dirty="0"/>
                  <a:t>linear interpolation in both horizontal and vertical directions</a:t>
                </a:r>
                <a:r>
                  <a:rPr lang="en-US" dirty="0"/>
                  <a:t>.</a:t>
                </a:r>
              </a:p>
              <a:p>
                <a:r>
                  <a:rPr lang="en-IN" b="1" dirty="0"/>
                  <a:t>Pixels Used</a:t>
                </a:r>
              </a:p>
              <a:p>
                <a:pPr marL="0" indent="0">
                  <a:buNone/>
                </a:pPr>
                <a:r>
                  <a:rPr lang="en-IN" dirty="0"/>
                  <a:t>For a point </a:t>
                </a:r>
                <a:r>
                  <a:rPr lang="en-IN" b="1" dirty="0"/>
                  <a:t>(</a:t>
                </a:r>
                <a:r>
                  <a:rPr lang="en-IN" b="1" dirty="0" err="1"/>
                  <a:t>x,y</a:t>
                </a:r>
                <a:r>
                  <a:rPr lang="en-IN" b="1" dirty="0"/>
                  <a:t>)</a:t>
                </a:r>
                <a:r>
                  <a:rPr lang="en-IN" dirty="0"/>
                  <a:t> located inside four pixels: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/>
                          </m:ctrlPr>
                        </m:sSubPr>
                        <m:e>
                          <m:r>
                            <a:rPr lang="ar-AE" i="1"/>
                            <m:t>𝑄</m:t>
                          </m:r>
                        </m:e>
                        <m:sub>
                          <m:r>
                            <a:rPr lang="ar-AE"/>
                            <m:t>11</m:t>
                          </m:r>
                        </m:sub>
                      </m:sSub>
                      <m:r>
                        <a:rPr lang="ar-AE"/>
                        <m:t>=</m:t>
                      </m:r>
                      <m:r>
                        <a:rPr lang="ar-AE" i="1"/>
                        <m:t>𝑓</m:t>
                      </m:r>
                      <m:d>
                        <m:dPr>
                          <m:sepChr m:val=","/>
                          <m:ctrlPr>
                            <a:rPr lang="ar-AE" i="1"/>
                          </m:ctrlPr>
                        </m:dPr>
                        <m:e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a:rPr lang="ar-AE" i="1"/>
                                <m:t>𝑥</m:t>
                              </m:r>
                            </m:e>
                            <m:sub>
                              <m:r>
                                <a:rPr lang="ar-AE"/>
                                <m:t>1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a:rPr lang="ar-AE" i="1"/>
                                <m:t>𝑦</m:t>
                              </m:r>
                            </m:e>
                            <m:sub>
                              <m:r>
                                <a:rPr lang="ar-AE"/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/>
                          </m:ctrlPr>
                        </m:sSubPr>
                        <m:e>
                          <m:r>
                            <a:rPr lang="ar-AE" i="1"/>
                            <m:t>𝑄</m:t>
                          </m:r>
                        </m:e>
                        <m:sub>
                          <m:r>
                            <a:rPr lang="ar-AE"/>
                            <m:t>21</m:t>
                          </m:r>
                        </m:sub>
                      </m:sSub>
                      <m:r>
                        <a:rPr lang="ar-AE"/>
                        <m:t>=</m:t>
                      </m:r>
                      <m:r>
                        <a:rPr lang="ar-AE" i="1"/>
                        <m:t>𝑓</m:t>
                      </m:r>
                      <m:d>
                        <m:dPr>
                          <m:sepChr m:val=","/>
                          <m:ctrlPr>
                            <a:rPr lang="ar-AE" i="1"/>
                          </m:ctrlPr>
                        </m:dPr>
                        <m:e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a:rPr lang="ar-AE" i="1"/>
                                <m:t>𝑥</m:t>
                              </m:r>
                            </m:e>
                            <m:sub>
                              <m:r>
                                <a:rPr lang="ar-AE"/>
                                <m:t>2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a:rPr lang="ar-AE" i="1"/>
                                <m:t>𝑦</m:t>
                              </m:r>
                            </m:e>
                            <m:sub>
                              <m:r>
                                <a:rPr lang="ar-AE"/>
                                <m:t>1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/>
                          </m:ctrlPr>
                        </m:sSubPr>
                        <m:e>
                          <m:r>
                            <a:rPr lang="ar-AE" i="1"/>
                            <m:t>𝑄</m:t>
                          </m:r>
                        </m:e>
                        <m:sub>
                          <m:r>
                            <a:rPr lang="ar-AE"/>
                            <m:t>12</m:t>
                          </m:r>
                        </m:sub>
                      </m:sSub>
                      <m:r>
                        <a:rPr lang="ar-AE"/>
                        <m:t>=</m:t>
                      </m:r>
                      <m:r>
                        <a:rPr lang="ar-AE" i="1"/>
                        <m:t>𝑓</m:t>
                      </m:r>
                      <m:d>
                        <m:dPr>
                          <m:sepChr m:val=","/>
                          <m:ctrlPr>
                            <a:rPr lang="ar-AE" i="1"/>
                          </m:ctrlPr>
                        </m:dPr>
                        <m:e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a:rPr lang="ar-AE" i="1"/>
                                <m:t>𝑥</m:t>
                              </m:r>
                            </m:e>
                            <m:sub>
                              <m:r>
                                <a:rPr lang="ar-AE"/>
                                <m:t>1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a:rPr lang="ar-AE" i="1"/>
                                <m:t>𝑦</m:t>
                              </m:r>
                            </m:e>
                            <m:sub>
                              <m:r>
                                <a:rPr lang="ar-AE"/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ar-AE"/>
                          </m:ctrlPr>
                        </m:sSubPr>
                        <m:e>
                          <m:r>
                            <a:rPr lang="ar-AE" i="1"/>
                            <m:t>𝑄</m:t>
                          </m:r>
                        </m:e>
                        <m:sub>
                          <m:r>
                            <a:rPr lang="ar-AE"/>
                            <m:t>22</m:t>
                          </m:r>
                        </m:sub>
                      </m:sSub>
                      <m:r>
                        <a:rPr lang="ar-AE"/>
                        <m:t>=</m:t>
                      </m:r>
                      <m:r>
                        <a:rPr lang="ar-AE" i="1"/>
                        <m:t>𝑓</m:t>
                      </m:r>
                      <m:d>
                        <m:dPr>
                          <m:sepChr m:val=","/>
                          <m:ctrlPr>
                            <a:rPr lang="ar-AE" i="1"/>
                          </m:ctrlPr>
                        </m:dPr>
                        <m:e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a:rPr lang="ar-AE" i="1"/>
                                <m:t>𝑥</m:t>
                              </m:r>
                            </m:e>
                            <m:sub>
                              <m:r>
                                <a:rPr lang="ar-AE"/>
                                <m:t>2</m:t>
                              </m:r>
                            </m:sub>
                          </m:sSub>
                        </m:e>
                        <m:e>
                          <m:sSub>
                            <m:sSubPr>
                              <m:ctrlPr>
                                <a:rPr lang="ar-AE" i="1"/>
                              </m:ctrlPr>
                            </m:sSubPr>
                            <m:e>
                              <m:r>
                                <a:rPr lang="ar-AE" i="1"/>
                                <m:t>𝑦</m:t>
                              </m:r>
                            </m:e>
                            <m:sub>
                              <m:r>
                                <a:rPr lang="ar-AE"/>
                                <m:t>2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IN" dirty="0"/>
                  <a:t>These four pixels form a </a:t>
                </a:r>
                <a:r>
                  <a:rPr lang="en-IN" b="1" dirty="0"/>
                  <a:t>square around the point</a:t>
                </a:r>
                <a:r>
                  <a:rPr lang="en-IN" dirty="0"/>
                  <a:t>.</a:t>
                </a:r>
              </a:p>
              <a:p>
                <a:endParaRPr lang="en-IN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1DC38E5-E1BA-BDBA-3A7D-013F812C149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24000" y="1916832"/>
                <a:ext cx="9144000" cy="4267200"/>
              </a:xfrm>
              <a:blipFill>
                <a:blip r:embed="rId2"/>
                <a:stretch>
                  <a:fillRect l="-667" t="-1429" r="-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773983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1ACBC2-E8B7-F64F-97E1-EDCBE64A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203E6-B395-60BD-8553-7869DA7569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Working Principle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E74F7A-C7FB-FC2F-19AE-479543AA5F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Locate the </a:t>
            </a:r>
            <a:r>
              <a:rPr lang="en-US" b="1" dirty="0"/>
              <a:t>four surrounding pixels</a:t>
            </a:r>
            <a:r>
              <a:rPr lang="en-US" dirty="0"/>
              <a:t>.</a:t>
            </a:r>
          </a:p>
          <a:p>
            <a:r>
              <a:rPr lang="en-US" dirty="0"/>
              <a:t>Perform </a:t>
            </a:r>
            <a:r>
              <a:rPr lang="en-US" b="1" dirty="0"/>
              <a:t>linear interpolation along x direction</a:t>
            </a:r>
            <a:r>
              <a:rPr lang="en-US" dirty="0"/>
              <a:t>.</a:t>
            </a:r>
          </a:p>
          <a:p>
            <a:r>
              <a:rPr lang="en-US" dirty="0"/>
              <a:t>Perform </a:t>
            </a:r>
            <a:r>
              <a:rPr lang="en-US" b="1" dirty="0"/>
              <a:t>linear interpolation along y direction</a:t>
            </a:r>
            <a:r>
              <a:rPr lang="en-US" dirty="0"/>
              <a:t>.</a:t>
            </a:r>
          </a:p>
          <a:p>
            <a:r>
              <a:rPr lang="en-US" dirty="0"/>
              <a:t>Calculate the weighted average.</a:t>
            </a:r>
          </a:p>
        </p:txBody>
      </p:sp>
    </p:spTree>
    <p:extLst>
      <p:ext uri="{BB962C8B-B14F-4D97-AF65-F5344CB8AC3E}">
        <p14:creationId xmlns:p14="http://schemas.microsoft.com/office/powerpoint/2010/main" val="49671553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7D470A-F35B-E369-AE37-3E931EF4B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Characteristics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201D9F3-3754-0951-291F-32DE0C70DE1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Advantages</a:t>
            </a:r>
          </a:p>
          <a:p>
            <a:r>
              <a:rPr lang="en-US" dirty="0"/>
              <a:t>Produces </a:t>
            </a:r>
            <a:r>
              <a:rPr lang="en-US" b="1" dirty="0"/>
              <a:t>smoother images than nearest </a:t>
            </a:r>
            <a:r>
              <a:rPr lang="en-US" b="1" dirty="0" err="1"/>
              <a:t>neighbour</a:t>
            </a:r>
            <a:endParaRPr lang="en-US" dirty="0"/>
          </a:p>
          <a:p>
            <a:r>
              <a:rPr lang="en-US" dirty="0"/>
              <a:t>Simple mathematical model</a:t>
            </a:r>
          </a:p>
          <a:p>
            <a:r>
              <a:rPr lang="en-US" dirty="0"/>
              <a:t>Moderate computational complexity</a:t>
            </a:r>
          </a:p>
          <a:p>
            <a:pPr marL="0" indent="0">
              <a:buNone/>
            </a:pPr>
            <a:r>
              <a:rPr lang="en-US" b="1" dirty="0"/>
              <a:t>Disadvantages</a:t>
            </a:r>
          </a:p>
          <a:p>
            <a:r>
              <a:rPr lang="en-US" dirty="0"/>
              <a:t>Causes </a:t>
            </a:r>
            <a:r>
              <a:rPr lang="en-US" b="1" dirty="0"/>
              <a:t>slight blurring</a:t>
            </a:r>
            <a:endParaRPr lang="en-US" dirty="0"/>
          </a:p>
          <a:p>
            <a:r>
              <a:rPr lang="en-US" dirty="0"/>
              <a:t>Edges may become less sharp</a:t>
            </a:r>
          </a:p>
          <a:p>
            <a:endParaRPr lang="ar-AE" dirty="0"/>
          </a:p>
        </p:txBody>
      </p:sp>
    </p:spTree>
    <p:extLst>
      <p:ext uri="{BB962C8B-B14F-4D97-AF65-F5344CB8AC3E}">
        <p14:creationId xmlns:p14="http://schemas.microsoft.com/office/powerpoint/2010/main" val="347607545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86669E-BD96-D32E-B9BA-7F8E7841B0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Applications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4A62D9-96EA-6D70-E1BD-2206E6FA39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Image scaling</a:t>
            </a:r>
          </a:p>
          <a:p>
            <a:r>
              <a:rPr lang="en-US" dirty="0"/>
              <a:t>Texture mapping</a:t>
            </a:r>
          </a:p>
          <a:p>
            <a:r>
              <a:rPr lang="en-US" dirty="0"/>
              <a:t>Computer graphics</a:t>
            </a:r>
          </a:p>
          <a:p>
            <a:r>
              <a:rPr lang="en-US" dirty="0"/>
              <a:t>Real-time rendering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89019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EE5E69-DBB8-9A84-901B-F8902586ED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Bicubic Interpolation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07A0A3-2CAD-9B82-BB0A-D31121435A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Bicubic interpolation calculates the pixel value using </a:t>
            </a:r>
            <a:r>
              <a:rPr lang="en-US" b="1" dirty="0"/>
              <a:t>16 </a:t>
            </a:r>
            <a:r>
              <a:rPr lang="en-US" b="1" dirty="0" err="1"/>
              <a:t>neighbouring</a:t>
            </a:r>
            <a:r>
              <a:rPr lang="en-US" b="1" dirty="0"/>
              <a:t> pixels (4×4 grid)</a:t>
            </a:r>
            <a:r>
              <a:rPr lang="en-US" dirty="0"/>
              <a:t> around the target point.</a:t>
            </a:r>
          </a:p>
          <a:p>
            <a:r>
              <a:rPr lang="en-US" dirty="0"/>
              <a:t>It performs </a:t>
            </a:r>
            <a:r>
              <a:rPr lang="en-US" b="1" dirty="0"/>
              <a:t>cubic interpolation</a:t>
            </a:r>
            <a:r>
              <a:rPr lang="en-US" dirty="0"/>
              <a:t> along both horizontal and vertical directions.</a:t>
            </a:r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11835286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C181D6-A397-FF96-77EE-DF392A3CD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Mathematical representation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E21B45-62C6-AF35-6F8F-4D1A75537E7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dirty="0"/>
                  <a:t>The interpolated value is obtained using a weighted sum:</a:t>
                </a:r>
              </a:p>
              <a:p>
                <a:endParaRPr lang="en-IN" dirty="0"/>
              </a:p>
              <a:p>
                <a:pPr marL="0" indent="0">
                  <a:buNone/>
                </a:pPr>
                <a:endParaRPr lang="ar-AE" b="0" dirty="0"/>
              </a:p>
              <a:p>
                <a:endParaRPr lang="en-IN" dirty="0"/>
              </a:p>
              <a:p>
                <a:pPr marL="0" indent="0">
                  <a:buNone/>
                </a:pPr>
                <a:r>
                  <a:rPr lang="en-IN" dirty="0"/>
                  <a:t>Where</a:t>
                </a:r>
              </a:p>
              <a:p>
                <a14:m>
                  <m:oMath xmlns:m="http://schemas.openxmlformats.org/officeDocument/2006/math">
                    <m:r>
                      <a:rPr lang="en-IN" i="1"/>
                      <m:t>𝑓</m:t>
                    </m:r>
                    <m:d>
                      <m:dPr>
                        <m:sepChr m:val=","/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𝑥</m:t>
                        </m:r>
                      </m:e>
                      <m:e>
                        <m:r>
                          <a:rPr lang="ar-AE"/>
                          <m:t>+</m:t>
                        </m:r>
                        <m:r>
                          <a:rPr lang="ar-AE" i="1"/>
                          <m:t>𝑖𝑦</m:t>
                        </m:r>
                        <m:r>
                          <a:rPr lang="ar-AE"/>
                          <m:t>+</m:t>
                        </m:r>
                        <m:r>
                          <a:rPr lang="ar-AE" i="1"/>
                          <m:t>𝑗</m:t>
                        </m:r>
                      </m:e>
                    </m:d>
                  </m:oMath>
                </a14:m>
                <a:r>
                  <a:rPr lang="ar-AE" dirty="0"/>
                  <a:t>= </a:t>
                </a:r>
                <a:r>
                  <a:rPr lang="en-IN" dirty="0"/>
                  <a:t>neighbouring pixel values</a:t>
                </a:r>
              </a:p>
              <a:p>
                <a14:m>
                  <m:oMath xmlns:m="http://schemas.openxmlformats.org/officeDocument/2006/math">
                    <m:r>
                      <a:rPr lang="en-IN" i="1"/>
                      <m:t>𝑤</m:t>
                    </m:r>
                    <m:d>
                      <m:dPr>
                        <m:sepChr m:val=","/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𝑖</m:t>
                        </m:r>
                      </m:e>
                      <m:e>
                        <m:r>
                          <a:rPr lang="ar-AE" i="1"/>
                          <m:t>𝑗</m:t>
                        </m:r>
                      </m:e>
                    </m:d>
                  </m:oMath>
                </a14:m>
                <a:r>
                  <a:rPr lang="ar-AE" dirty="0"/>
                  <a:t>= </a:t>
                </a:r>
                <a:r>
                  <a:rPr lang="en-IN" dirty="0"/>
                  <a:t>cubic weight function.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CE21B45-62C6-AF35-6F8F-4D1A75537E7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67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FE58A9A0-B9EF-A809-8E94-C9803DF0DC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01" t="31100" r="15700" b="39500"/>
          <a:stretch>
            <a:fillRect/>
          </a:stretch>
        </p:blipFill>
        <p:spPr>
          <a:xfrm>
            <a:off x="3431704" y="2420888"/>
            <a:ext cx="5112568" cy="1301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527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2CC8AF-72C7-78E6-5DDE-EDAB30E54A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Working Principle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16D05F-B51C-A5F8-851E-1C960A2D25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Identify the </a:t>
            </a:r>
            <a:r>
              <a:rPr lang="en-US" b="1" dirty="0"/>
              <a:t>16 surrounding pixels</a:t>
            </a:r>
            <a:r>
              <a:rPr lang="en-US" dirty="0"/>
              <a:t>.</a:t>
            </a:r>
          </a:p>
          <a:p>
            <a:r>
              <a:rPr lang="en-US" dirty="0"/>
              <a:t>Apply </a:t>
            </a:r>
            <a:r>
              <a:rPr lang="en-US" b="1" dirty="0"/>
              <a:t>cubic interpolation horizontally</a:t>
            </a:r>
            <a:r>
              <a:rPr lang="en-US" dirty="0"/>
              <a:t>.</a:t>
            </a:r>
          </a:p>
          <a:p>
            <a:r>
              <a:rPr lang="en-US" dirty="0"/>
              <a:t>Apply </a:t>
            </a:r>
            <a:r>
              <a:rPr lang="en-US" b="1" dirty="0"/>
              <a:t>cubic interpolation vertically</a:t>
            </a:r>
            <a:r>
              <a:rPr lang="en-US" dirty="0"/>
              <a:t>.</a:t>
            </a:r>
          </a:p>
          <a:p>
            <a:r>
              <a:rPr lang="en-US" dirty="0"/>
              <a:t>Compute weighted average.</a:t>
            </a:r>
          </a:p>
        </p:txBody>
      </p:sp>
    </p:spTree>
    <p:extLst>
      <p:ext uri="{BB962C8B-B14F-4D97-AF65-F5344CB8AC3E}">
        <p14:creationId xmlns:p14="http://schemas.microsoft.com/office/powerpoint/2010/main" val="348548871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7936A-0E49-A77C-2A51-375E04F88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D2F27-11CE-5CFC-B33B-5885F64A7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b="1" dirty="0"/>
              <a:t>Advantages</a:t>
            </a:r>
          </a:p>
          <a:p>
            <a:r>
              <a:rPr lang="en-US" dirty="0"/>
              <a:t>Produces </a:t>
            </a:r>
            <a:r>
              <a:rPr lang="en-US" b="1" dirty="0"/>
              <a:t>very smooth images</a:t>
            </a:r>
            <a:endParaRPr lang="en-US" dirty="0"/>
          </a:p>
          <a:p>
            <a:r>
              <a:rPr lang="en-US" dirty="0"/>
              <a:t>Better </a:t>
            </a:r>
            <a:r>
              <a:rPr lang="en-US" b="1" dirty="0"/>
              <a:t>edge preservation</a:t>
            </a:r>
            <a:endParaRPr lang="en-US" dirty="0"/>
          </a:p>
          <a:p>
            <a:r>
              <a:rPr lang="en-US" dirty="0"/>
              <a:t>Higher visual quality</a:t>
            </a:r>
          </a:p>
          <a:p>
            <a:r>
              <a:rPr lang="en-US" dirty="0"/>
              <a:t>Widely used in professional image processing</a:t>
            </a:r>
          </a:p>
          <a:p>
            <a:pPr marL="0" indent="0">
              <a:buNone/>
            </a:pPr>
            <a:r>
              <a:rPr lang="en-US" b="1" dirty="0"/>
              <a:t>Disadvantages</a:t>
            </a:r>
          </a:p>
          <a:p>
            <a:r>
              <a:rPr lang="en-US" b="1" dirty="0"/>
              <a:t>High computational complexity</a:t>
            </a:r>
            <a:endParaRPr lang="en-US" dirty="0"/>
          </a:p>
          <a:p>
            <a:r>
              <a:rPr lang="en-US" dirty="0"/>
              <a:t>Slower than bilinear interpolation</a:t>
            </a:r>
          </a:p>
          <a:p>
            <a:br>
              <a:rPr lang="en-IN" dirty="0"/>
            </a:br>
            <a:endParaRPr lang="en-IN" dirty="0"/>
          </a:p>
          <a:p>
            <a:endParaRPr lang="en-IN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174639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8CB1F-A559-A303-4744-775851E225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8D86A-87BE-3295-49A6-6F01471E0E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Applications</a:t>
            </a:r>
          </a:p>
          <a:p>
            <a:r>
              <a:rPr lang="en-US" dirty="0"/>
              <a:t>Image editing software</a:t>
            </a:r>
          </a:p>
          <a:p>
            <a:r>
              <a:rPr lang="en-US" dirty="0"/>
              <a:t>Medical imaging</a:t>
            </a:r>
          </a:p>
          <a:p>
            <a:r>
              <a:rPr lang="en-US" dirty="0"/>
              <a:t>Satellite image processing</a:t>
            </a:r>
          </a:p>
          <a:p>
            <a:r>
              <a:rPr lang="en-US" dirty="0"/>
              <a:t>High-quality image resizing</a:t>
            </a:r>
          </a:p>
        </p:txBody>
      </p:sp>
    </p:spTree>
    <p:extLst>
      <p:ext uri="{BB962C8B-B14F-4D97-AF65-F5344CB8AC3E}">
        <p14:creationId xmlns:p14="http://schemas.microsoft.com/office/powerpoint/2010/main" val="365037504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AED4F-3E39-26B9-1F38-43039E149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Comparison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67779D-E370-25AB-0F5B-2C280D780C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endParaRPr lang="en-IN" b="1" dirty="0"/>
          </a:p>
          <a:p>
            <a:endParaRPr lang="en-IN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8B788EB-2FF8-A8F2-E48D-FD30941FA92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0427022"/>
              </p:ext>
            </p:extLst>
          </p:nvPr>
        </p:nvGraphicFramePr>
        <p:xfrm>
          <a:off x="1703512" y="2463810"/>
          <a:ext cx="9144000" cy="146304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335431013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124819185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897239965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5049953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Method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Pixels Used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Complexity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Image Quality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283800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Nearest Neighbour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Very 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Poor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103139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Bilinear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Moderate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35721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Bicubic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16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34175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701582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57915A-8FFF-1E7B-DF74-D845A2659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B5DD5C-E89C-9928-7828-330493D6D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43472" y="548680"/>
            <a:ext cx="9972600" cy="1143000"/>
          </a:xfrm>
        </p:spPr>
        <p:txBody>
          <a:bodyPr>
            <a:normAutofit/>
          </a:bodyPr>
          <a:lstStyle/>
          <a:p>
            <a:r>
              <a:rPr lang="en-IN" b="1" dirty="0"/>
              <a:t>Key Differences</a:t>
            </a:r>
            <a:endParaRPr lang="en-IN" dirty="0"/>
          </a:p>
        </p:txBody>
      </p:sp>
      <p:graphicFrame>
        <p:nvGraphicFramePr>
          <p:cNvPr id="7" name="Content Placeholder 6">
            <a:extLst>
              <a:ext uri="{FF2B5EF4-FFF2-40B4-BE49-F238E27FC236}">
                <a16:creationId xmlns:a16="http://schemas.microsoft.com/office/drawing/2014/main" id="{F550E6E6-F218-7CD3-D653-477E057555E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24750410"/>
              </p:ext>
            </p:extLst>
          </p:nvPr>
        </p:nvGraphicFramePr>
        <p:xfrm>
          <a:off x="1524000" y="2132856"/>
          <a:ext cx="9144000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2286000">
                  <a:extLst>
                    <a:ext uri="{9D8B030D-6E8A-4147-A177-3AD203B41FA5}">
                      <a16:colId xmlns:a16="http://schemas.microsoft.com/office/drawing/2014/main" val="331862599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527774666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767090564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46405027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Feature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Nearest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Bilinear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Bicubic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318159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Order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Zero order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First order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Third order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911900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Smoothness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Low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Medium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High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9988082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Computation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Very fast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Moderate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Slow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911393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Quality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Blocky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Slight blur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Smooth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85113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856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2AAC46-D0E6-A61B-02FF-B3FD10427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Image Segmentation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72CD31-55A6-EE3B-175E-50D3049BB0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Image segmentation</a:t>
            </a:r>
            <a:r>
              <a:rPr lang="en-US" dirty="0"/>
              <a:t> is the process of </a:t>
            </a:r>
            <a:r>
              <a:rPr lang="en-US" b="1" dirty="0"/>
              <a:t>dividing an image into multiple meaningful regions or objects</a:t>
            </a:r>
            <a:r>
              <a:rPr lang="en-US" dirty="0"/>
              <a:t> so that each region represents a specific part of the image.</a:t>
            </a:r>
          </a:p>
          <a:p>
            <a:r>
              <a:rPr lang="en-US" dirty="0"/>
              <a:t>The goal is to </a:t>
            </a:r>
            <a:r>
              <a:rPr lang="en-US" b="1" dirty="0"/>
              <a:t>simplify the image representation</a:t>
            </a:r>
            <a:r>
              <a:rPr lang="en-US" dirty="0"/>
              <a:t> and make it easier to analyze.</a:t>
            </a:r>
          </a:p>
          <a:p>
            <a:r>
              <a:rPr lang="en-US" dirty="0"/>
              <a:t>In segmentation, pixels with </a:t>
            </a:r>
            <a:r>
              <a:rPr lang="en-US" b="1" dirty="0"/>
              <a:t>similar properties</a:t>
            </a:r>
            <a:r>
              <a:rPr lang="en-US" dirty="0"/>
              <a:t> (such as intensity, color, or texture) are grouped together.</a:t>
            </a:r>
          </a:p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22105E3-D1F1-1DE7-8CC5-7CB275FEC6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6002" y="3789040"/>
            <a:ext cx="3096344" cy="32582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329841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A3F0BE-C8FB-20E5-8EE9-139CD235B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Mathematical Representation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AB80E8E-7480-0705-B033-EDDAFE02A85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IN" dirty="0"/>
                  <a:t>If an image </a:t>
                </a:r>
                <a14:m>
                  <m:oMath xmlns:m="http://schemas.openxmlformats.org/officeDocument/2006/math">
                    <m:r>
                      <a:rPr lang="en-IN" i="1"/>
                      <m:t>𝐼</m:t>
                    </m:r>
                  </m:oMath>
                </a14:m>
                <a:r>
                  <a:rPr lang="en-IN" dirty="0"/>
                  <a:t> is divided into </a:t>
                </a:r>
                <a14:m>
                  <m:oMath xmlns:m="http://schemas.openxmlformats.org/officeDocument/2006/math">
                    <m:r>
                      <a:rPr lang="en-IN" i="1"/>
                      <m:t>𝑛</m:t>
                    </m:r>
                  </m:oMath>
                </a14:m>
                <a:r>
                  <a:rPr lang="en-IN" dirty="0"/>
                  <a:t> regions: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/>
                        <m:t>𝐼</m:t>
                      </m:r>
                      <m:r>
                        <a:rPr lang="en-IN"/>
                        <m:t>=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𝑅</m:t>
                          </m:r>
                        </m:e>
                        <m:sub>
                          <m:r>
                            <a:rPr lang="ar-AE"/>
                            <m:t>1</m:t>
                          </m:r>
                        </m:sub>
                      </m:sSub>
                      <m:r>
                        <a:rPr lang="ar-AE"/>
                        <m:t>∪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𝑅</m:t>
                          </m:r>
                        </m:e>
                        <m:sub>
                          <m:r>
                            <a:rPr lang="ar-AE"/>
                            <m:t>2</m:t>
                          </m:r>
                        </m:sub>
                      </m:sSub>
                      <m:r>
                        <a:rPr lang="ar-AE"/>
                        <m:t>∪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𝑅</m:t>
                          </m:r>
                        </m:e>
                        <m:sub>
                          <m:r>
                            <a:rPr lang="ar-AE"/>
                            <m:t>3</m:t>
                          </m:r>
                        </m:sub>
                      </m:sSub>
                      <m:r>
                        <a:rPr lang="ar-AE"/>
                        <m:t>∪...∪</m:t>
                      </m:r>
                      <m:sSub>
                        <m:sSubPr>
                          <m:ctrlPr>
                            <a:rPr lang="ar-AE" i="1"/>
                          </m:ctrlPr>
                        </m:sSubPr>
                        <m:e>
                          <m:r>
                            <a:rPr lang="ar-AE" i="1"/>
                            <m:t>𝑅</m:t>
                          </m:r>
                        </m:e>
                        <m:sub>
                          <m:r>
                            <a:rPr lang="ar-AE" i="1"/>
                            <m:t>𝑛</m:t>
                          </m:r>
                        </m:sub>
                      </m:sSub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IN" dirty="0"/>
                  <a:t>Where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𝑅</m:t>
                        </m:r>
                      </m:e>
                      <m:sub>
                        <m:r>
                          <a:rPr lang="ar-AE" i="1"/>
                          <m:t>𝑖</m:t>
                        </m:r>
                      </m:sub>
                    </m:sSub>
                  </m:oMath>
                </a14:m>
                <a:r>
                  <a:rPr lang="ar-AE" dirty="0"/>
                  <a:t>= </a:t>
                </a:r>
                <a:r>
                  <a:rPr lang="en-IN" dirty="0"/>
                  <a:t>segmented region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ar-AE"/>
                        </m:ctrlPr>
                      </m:sSubPr>
                      <m:e>
                        <m:r>
                          <a:rPr lang="ar-AE" i="1"/>
                          <m:t>𝑅</m:t>
                        </m:r>
                      </m:e>
                      <m:sub>
                        <m:r>
                          <a:rPr lang="ar-AE" i="1"/>
                          <m:t>𝑖</m:t>
                        </m:r>
                      </m:sub>
                    </m:sSub>
                    <m:r>
                      <a:rPr lang="ar-AE"/>
                      <m:t>∩</m:t>
                    </m:r>
                    <m:sSub>
                      <m:sSubPr>
                        <m:ctrlPr>
                          <a:rPr lang="ar-AE" i="1"/>
                        </m:ctrlPr>
                      </m:sSubPr>
                      <m:e>
                        <m:r>
                          <a:rPr lang="ar-AE" i="1"/>
                          <m:t>𝑅</m:t>
                        </m:r>
                      </m:e>
                      <m:sub>
                        <m:r>
                          <a:rPr lang="ar-AE" i="1"/>
                          <m:t>𝑗</m:t>
                        </m:r>
                      </m:sub>
                    </m:sSub>
                    <m:r>
                      <a:rPr lang="ar-AE"/>
                      <m:t>=</m:t>
                    </m:r>
                    <m:r>
                      <a:rPr lang="ar-AE"/>
                      <m:t>∅</m:t>
                    </m:r>
                  </m:oMath>
                </a14:m>
                <a:r>
                  <a:rPr lang="en-IN" dirty="0"/>
                  <a:t> for </a:t>
                </a:r>
                <a14:m>
                  <m:oMath xmlns:m="http://schemas.openxmlformats.org/officeDocument/2006/math">
                    <m:r>
                      <a:rPr lang="en-IN" i="1"/>
                      <m:t>𝑖</m:t>
                    </m:r>
                    <m:r>
                      <a:rPr lang="en-IN"/>
                      <m:t>≠</m:t>
                    </m:r>
                    <m:r>
                      <a:rPr lang="en-IN" i="1"/>
                      <m:t>𝑗</m:t>
                    </m:r>
                  </m:oMath>
                </a14:m>
                <a:endParaRPr lang="en-IN" dirty="0"/>
              </a:p>
              <a:p>
                <a:r>
                  <a:rPr lang="en-IN" dirty="0"/>
                  <a:t>This means the regions </a:t>
                </a:r>
                <a:r>
                  <a:rPr lang="en-IN" b="1" dirty="0"/>
                  <a:t>do not overlap</a:t>
                </a:r>
                <a:r>
                  <a:rPr lang="en-IN" dirty="0"/>
                  <a:t> and together form the complete image.</a:t>
                </a:r>
              </a:p>
              <a:p>
                <a:endParaRPr lang="en-IN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CAB80E8E-7480-0705-B033-EDDAFE02A85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67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976808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1DC38C-B935-CC0F-245B-0788725A1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Thresholding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6239BF-255A-543A-11BF-74614213AA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Thresholding is one of the </a:t>
            </a:r>
            <a:r>
              <a:rPr lang="en-US" b="1" dirty="0"/>
              <a:t>simplest and most important segmentation techniques</a:t>
            </a:r>
            <a:r>
              <a:rPr lang="en-US" dirty="0"/>
              <a:t> in image processing. </a:t>
            </a:r>
          </a:p>
          <a:p>
            <a:r>
              <a:rPr lang="en-US" dirty="0"/>
              <a:t>It separates an image into </a:t>
            </a:r>
            <a:r>
              <a:rPr lang="en-US" b="1" dirty="0"/>
              <a:t>foreground and background</a:t>
            </a:r>
            <a:r>
              <a:rPr lang="en-US" dirty="0"/>
              <a:t> based on pixel intensity values.</a:t>
            </a:r>
          </a:p>
          <a:p>
            <a:r>
              <a:rPr lang="en-US" dirty="0"/>
              <a:t>If a pixel value satisfies a condition relative to a </a:t>
            </a:r>
            <a:r>
              <a:rPr lang="en-US" b="1" dirty="0"/>
              <a:t>threshold value (T)</a:t>
            </a:r>
            <a:r>
              <a:rPr lang="en-US" dirty="0"/>
              <a:t>, it is classified as </a:t>
            </a:r>
            <a:r>
              <a:rPr lang="en-US" b="1" dirty="0"/>
              <a:t>object</a:t>
            </a:r>
            <a:r>
              <a:rPr lang="en-US" dirty="0"/>
              <a:t>; otherwise </a:t>
            </a:r>
            <a:r>
              <a:rPr lang="en-US" b="1" dirty="0"/>
              <a:t>background</a:t>
            </a:r>
            <a:r>
              <a:rPr lang="en-US" dirty="0"/>
              <a:t>.</a:t>
            </a:r>
          </a:p>
          <a:p>
            <a:r>
              <a:rPr lang="en-US" dirty="0"/>
              <a:t>Thresholding converts a </a:t>
            </a:r>
            <a:r>
              <a:rPr lang="en-US" b="1" dirty="0"/>
              <a:t>grayscale image into a binary image</a:t>
            </a:r>
            <a:r>
              <a:rPr lang="en-US" dirty="0"/>
              <a:t> by comparing each pixel with a </a:t>
            </a:r>
            <a:r>
              <a:rPr lang="en-US" b="1" dirty="0"/>
              <a:t>threshold value</a:t>
            </a:r>
            <a:r>
              <a:rPr lang="en-US" dirty="0"/>
              <a:t>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385141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05D6E-FDB3-4C52-65D8-D1FD95D01A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Mathematical Representation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347F61-D9A1-06BA-2897-99248099834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endParaRPr lang="en-IN" dirty="0"/>
              </a:p>
              <a:p>
                <a:endParaRPr lang="en-IN" dirty="0"/>
              </a:p>
              <a:p>
                <a:endParaRPr lang="en-IN" dirty="0"/>
              </a:p>
              <a:p>
                <a:pPr marL="0" indent="0">
                  <a:buNone/>
                </a:pPr>
                <a:r>
                  <a:rPr lang="en-IN" dirty="0"/>
                  <a:t>Where</a:t>
                </a:r>
              </a:p>
              <a:p>
                <a14:m>
                  <m:oMath xmlns:m="http://schemas.openxmlformats.org/officeDocument/2006/math">
                    <m:r>
                      <a:rPr lang="en-IN" i="1"/>
                      <m:t>𝑓</m:t>
                    </m:r>
                    <m:d>
                      <m:dPr>
                        <m:sepChr m:val=","/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𝑥</m:t>
                        </m:r>
                      </m:e>
                      <m:e>
                        <m:r>
                          <a:rPr lang="ar-AE" i="1"/>
                          <m:t>𝑦</m:t>
                        </m:r>
                      </m:e>
                    </m:d>
                  </m:oMath>
                </a14:m>
                <a:r>
                  <a:rPr lang="ar-AE" dirty="0"/>
                  <a:t>= </a:t>
                </a:r>
                <a:r>
                  <a:rPr lang="en-IN" dirty="0"/>
                  <a:t>original image</a:t>
                </a:r>
              </a:p>
              <a:p>
                <a14:m>
                  <m:oMath xmlns:m="http://schemas.openxmlformats.org/officeDocument/2006/math">
                    <m:r>
                      <a:rPr lang="en-IN" i="1"/>
                      <m:t>𝑔</m:t>
                    </m:r>
                    <m:d>
                      <m:dPr>
                        <m:sepChr m:val=","/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𝑥</m:t>
                        </m:r>
                      </m:e>
                      <m:e>
                        <m:r>
                          <a:rPr lang="ar-AE" i="1"/>
                          <m:t>𝑦</m:t>
                        </m:r>
                      </m:e>
                    </m:d>
                  </m:oMath>
                </a14:m>
                <a:r>
                  <a:rPr lang="ar-AE" dirty="0"/>
                  <a:t>= </a:t>
                </a:r>
                <a:r>
                  <a:rPr lang="en-IN" dirty="0" err="1"/>
                  <a:t>thresholded</a:t>
                </a:r>
                <a:r>
                  <a:rPr lang="en-IN" dirty="0"/>
                  <a:t> binary image</a:t>
                </a:r>
              </a:p>
              <a:p>
                <a14:m>
                  <m:oMath xmlns:m="http://schemas.openxmlformats.org/officeDocument/2006/math">
                    <m:r>
                      <a:rPr lang="en-IN" i="1"/>
                      <m:t>𝑇</m:t>
                    </m:r>
                  </m:oMath>
                </a14:m>
                <a:r>
                  <a:rPr lang="en-IN" dirty="0"/>
                  <a:t>= threshold value</a:t>
                </a:r>
              </a:p>
              <a:p>
                <a:endParaRPr lang="en-IN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6347F61-D9A1-06BA-2897-99248099834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67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B1868094-C9E5-FB72-D51C-B4B04FF59D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100" t="23332" r="17801" b="32151"/>
          <a:stretch>
            <a:fillRect/>
          </a:stretch>
        </p:blipFill>
        <p:spPr>
          <a:xfrm>
            <a:off x="5735960" y="1582144"/>
            <a:ext cx="4320480" cy="19696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2320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AB176-CC97-CA7D-02E0-16695859D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Working Principle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604663-0B0E-EF63-DB36-2558778FA6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Choose a threshold value </a:t>
            </a:r>
            <a:r>
              <a:rPr lang="en-US" b="1" dirty="0"/>
              <a:t>T</a:t>
            </a:r>
            <a:r>
              <a:rPr lang="en-US" dirty="0"/>
              <a:t>.</a:t>
            </a:r>
          </a:p>
          <a:p>
            <a:r>
              <a:rPr lang="en-US" dirty="0"/>
              <a:t>Compare each pixel value with </a:t>
            </a:r>
            <a:r>
              <a:rPr lang="en-US" b="1" dirty="0"/>
              <a:t>T</a:t>
            </a:r>
            <a:r>
              <a:rPr lang="en-US" dirty="0"/>
              <a:t>.</a:t>
            </a:r>
          </a:p>
          <a:p>
            <a:r>
              <a:rPr lang="en-US" dirty="0"/>
              <a:t>Assign</a:t>
            </a:r>
          </a:p>
          <a:p>
            <a:pPr lvl="1"/>
            <a:r>
              <a:rPr lang="en-US" b="1" dirty="0"/>
              <a:t>1 (white)</a:t>
            </a:r>
            <a:r>
              <a:rPr lang="en-US" dirty="0"/>
              <a:t> → object</a:t>
            </a:r>
          </a:p>
          <a:p>
            <a:pPr lvl="1"/>
            <a:r>
              <a:rPr lang="en-US" b="1" dirty="0"/>
              <a:t>0 (black)</a:t>
            </a:r>
            <a:r>
              <a:rPr lang="en-US" dirty="0"/>
              <a:t> → background.</a:t>
            </a:r>
          </a:p>
          <a:p>
            <a:r>
              <a:rPr lang="en-IN" b="1" dirty="0"/>
              <a:t>Applications</a:t>
            </a:r>
          </a:p>
          <a:p>
            <a:r>
              <a:rPr lang="en-IN" dirty="0"/>
              <a:t>Document image processing</a:t>
            </a:r>
          </a:p>
          <a:p>
            <a:r>
              <a:rPr lang="en-IN" dirty="0"/>
              <a:t>Object detection</a:t>
            </a:r>
          </a:p>
          <a:p>
            <a:r>
              <a:rPr lang="en-IN" dirty="0"/>
              <a:t>Medical image segmentation</a:t>
            </a:r>
          </a:p>
          <a:p>
            <a:r>
              <a:rPr lang="en-IN" dirty="0"/>
              <a:t>Industrial inspection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1217918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4A04CF-15C4-8330-6BA3-B4FFA15F0E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Global Thresholding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86CE716-028A-01E0-EAFE-397DF181DC6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559496" y="1844824"/>
                <a:ext cx="9144000" cy="4267200"/>
              </a:xfrm>
            </p:spPr>
            <p:txBody>
              <a:bodyPr/>
              <a:lstStyle/>
              <a:p>
                <a:r>
                  <a:rPr lang="en-IN" dirty="0"/>
                  <a:t>Global thresholding uses </a:t>
                </a:r>
                <a:r>
                  <a:rPr lang="en-IN" b="1" dirty="0"/>
                  <a:t>a single threshold value for the entire image</a:t>
                </a:r>
                <a:r>
                  <a:rPr lang="en-IN" dirty="0"/>
                  <a:t>.</a:t>
                </a:r>
              </a:p>
              <a:p>
                <a14:m>
                  <m:oMath xmlns:m="http://schemas.openxmlformats.org/officeDocument/2006/math">
                    <m:r>
                      <a:rPr lang="en-IN" i="1"/>
                      <m:t>𝑔</m:t>
                    </m:r>
                    <m:d>
                      <m:dPr>
                        <m:sepChr m:val=","/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𝑥</m:t>
                        </m:r>
                      </m:e>
                      <m:e>
                        <m:r>
                          <a:rPr lang="ar-AE" i="1"/>
                          <m:t>𝑦</m:t>
                        </m:r>
                      </m:e>
                    </m:d>
                    <m:r>
                      <a:rPr lang="ar-AE"/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ar-AE" i="1"/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ar-AE" i="1"/>
                            </m:ctrlPr>
                          </m:mPr>
                          <m:mr>
                            <m:e>
                              <m:r>
                                <a:rPr lang="ar-AE"/>
                                <m:t>1</m:t>
                              </m:r>
                            </m:e>
                            <m:e>
                              <m:r>
                                <a:rPr lang="ar-AE" i="1"/>
                                <m:t>𝑓</m:t>
                              </m:r>
                              <m:d>
                                <m:dPr>
                                  <m:sepChr m:val=","/>
                                  <m:ctrlPr>
                                    <a:rPr lang="ar-AE" i="1"/>
                                  </m:ctrlPr>
                                </m:dPr>
                                <m:e>
                                  <m:r>
                                    <a:rPr lang="ar-AE" i="1"/>
                                    <m:t>𝑥</m:t>
                                  </m:r>
                                </m:e>
                                <m:e>
                                  <m:r>
                                    <a:rPr lang="ar-AE" i="1"/>
                                    <m:t>𝑦</m:t>
                                  </m:r>
                                </m:e>
                              </m:d>
                              <m:r>
                                <a:rPr lang="ar-AE"/>
                                <m:t>≥</m:t>
                              </m:r>
                              <m:r>
                                <a:rPr lang="ar-AE" i="1"/>
                                <m:t>𝑇</m:t>
                              </m:r>
                            </m:e>
                          </m:mr>
                          <m:mr>
                            <m:e>
                              <m:r>
                                <a:rPr lang="ar-AE"/>
                                <m:t>0</m:t>
                              </m:r>
                            </m:e>
                            <m:e>
                              <m:r>
                                <a:rPr lang="ar-AE" i="1"/>
                                <m:t>𝑓</m:t>
                              </m:r>
                              <m:d>
                                <m:dPr>
                                  <m:sepChr m:val=","/>
                                  <m:ctrlPr>
                                    <a:rPr lang="ar-AE" i="1"/>
                                  </m:ctrlPr>
                                </m:dPr>
                                <m:e>
                                  <m:r>
                                    <a:rPr lang="ar-AE" i="1"/>
                                    <m:t>𝑥</m:t>
                                  </m:r>
                                </m:e>
                                <m:e>
                                  <m:r>
                                    <a:rPr lang="ar-AE" i="1"/>
                                    <m:t>𝑦</m:t>
                                  </m:r>
                                </m:e>
                              </m:d>
                              <m:r>
                                <a:rPr lang="ar-AE"/>
                                <m:t>&lt;</m:t>
                              </m:r>
                              <m:r>
                                <a:rPr lang="ar-AE" i="1"/>
                                <m:t>𝑇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ar-AE" dirty="0"/>
              </a:p>
              <a:p>
                <a:r>
                  <a:rPr lang="en-IN" dirty="0"/>
                  <a:t>The threshold value </a:t>
                </a:r>
                <a:r>
                  <a:rPr lang="en-IN" b="1" dirty="0"/>
                  <a:t>T</a:t>
                </a:r>
                <a:r>
                  <a:rPr lang="en-IN" dirty="0"/>
                  <a:t> remains constant across the whole image.</a:t>
                </a:r>
              </a:p>
              <a:p>
                <a:pPr marL="0" indent="0">
                  <a:buNone/>
                </a:pPr>
                <a:endParaRPr lang="en-IN" dirty="0"/>
              </a:p>
            </p:txBody>
          </p:sp>
        </mc:Choice>
        <mc:Fallback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886CE716-028A-01E0-EAFE-397DF181DC6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559496" y="1844824"/>
                <a:ext cx="9144000" cy="4267200"/>
              </a:xfrm>
              <a:blipFill>
                <a:blip r:embed="rId2"/>
                <a:stretch>
                  <a:fillRect l="-600" t="-1571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A3D71E57-0FE5-D114-44FF-90307D1A950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424" y="3969514"/>
            <a:ext cx="3476625" cy="19335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D876E1F-CEAF-8BBA-4077-D0D9F50CC5F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03912" y="3780444"/>
            <a:ext cx="5529808" cy="2347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97934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20A8E8-A9A6-3874-A43B-0D8B9F0E21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99691-4739-5679-D451-0C66FE06F9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endParaRPr lang="en-US" b="1" dirty="0"/>
          </a:p>
          <a:p>
            <a:r>
              <a:rPr lang="en-US" dirty="0"/>
              <a:t>Compute histogram of image intensities.</a:t>
            </a:r>
          </a:p>
          <a:p>
            <a:r>
              <a:rPr lang="en-US" dirty="0"/>
              <a:t>Select a threshold value </a:t>
            </a:r>
            <a:r>
              <a:rPr lang="en-US" b="1" dirty="0"/>
              <a:t>T</a:t>
            </a:r>
            <a:r>
              <a:rPr lang="en-US" dirty="0"/>
              <a:t>.</a:t>
            </a:r>
          </a:p>
          <a:p>
            <a:r>
              <a:rPr lang="en-US" dirty="0"/>
              <a:t>Apply the same threshold to all pixels.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B3B44D4-12E4-CADE-7C6D-8E08D105FA2F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b="1" dirty="0"/>
              <a:t>Advantages</a:t>
            </a:r>
          </a:p>
          <a:p>
            <a:r>
              <a:rPr lang="en-US" dirty="0"/>
              <a:t>Simple implementation</a:t>
            </a:r>
          </a:p>
          <a:p>
            <a:r>
              <a:rPr lang="en-US" dirty="0"/>
              <a:t>Fast computation</a:t>
            </a:r>
          </a:p>
          <a:p>
            <a:pPr marL="0" indent="0">
              <a:buNone/>
            </a:pPr>
            <a:r>
              <a:rPr lang="en-US" b="1" dirty="0"/>
              <a:t>Disadvantages</a:t>
            </a:r>
          </a:p>
          <a:p>
            <a:r>
              <a:rPr lang="en-US" dirty="0"/>
              <a:t>Not suitable for images with </a:t>
            </a:r>
            <a:r>
              <a:rPr lang="en-US" b="1" dirty="0"/>
              <a:t>non-uniform illumination</a:t>
            </a:r>
            <a:endParaRPr lang="en-US" dirty="0"/>
          </a:p>
          <a:p>
            <a:r>
              <a:rPr lang="en-US" dirty="0"/>
              <a:t>Sensitive to lighting variations</a:t>
            </a:r>
          </a:p>
          <a:p>
            <a:endParaRPr lang="en-US" dirty="0"/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62967168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94BCF4-24E9-7EC9-0415-B858576D5F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Automatic Threshold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85C796-CBE5-D71A-47C3-5921FDB9565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0" y="1825625"/>
            <a:ext cx="9324528" cy="4270375"/>
          </a:xfrm>
        </p:spPr>
        <p:txBody>
          <a:bodyPr>
            <a:normAutofit/>
          </a:bodyPr>
          <a:lstStyle/>
          <a:p>
            <a:r>
              <a:rPr lang="en-US" dirty="0"/>
              <a:t>Automatic threshold selection determines the </a:t>
            </a:r>
            <a:r>
              <a:rPr lang="en-US" b="1" dirty="0"/>
              <a:t>optimal threshold value automatically</a:t>
            </a:r>
            <a:r>
              <a:rPr lang="en-US" dirty="0"/>
              <a:t> using statistical properties of the image.</a:t>
            </a:r>
          </a:p>
          <a:p>
            <a:r>
              <a:rPr lang="en-US" dirty="0"/>
              <a:t>The most common method is </a:t>
            </a:r>
            <a:r>
              <a:rPr lang="en-US" b="1" dirty="0"/>
              <a:t>Otsu's method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b="1" dirty="0"/>
              <a:t>Otsu's Method Principle</a:t>
            </a:r>
          </a:p>
          <a:p>
            <a:r>
              <a:rPr lang="en-US" dirty="0"/>
              <a:t>Otsu’s algorithm selects a threshold that </a:t>
            </a:r>
            <a:r>
              <a:rPr lang="en-US" b="1" dirty="0"/>
              <a:t>maximizes the variance between two classes</a:t>
            </a:r>
            <a:r>
              <a:rPr lang="en-US" dirty="0"/>
              <a:t>:</a:t>
            </a:r>
          </a:p>
          <a:p>
            <a:r>
              <a:rPr lang="en-US" dirty="0"/>
              <a:t>Foreground</a:t>
            </a:r>
          </a:p>
          <a:p>
            <a:r>
              <a:rPr lang="en-US" dirty="0"/>
              <a:t>Background</a:t>
            </a:r>
          </a:p>
          <a:p>
            <a:r>
              <a:rPr lang="en-US" dirty="0"/>
              <a:t>It assumes the histogram has </a:t>
            </a:r>
            <a:r>
              <a:rPr lang="en-US" b="1" dirty="0"/>
              <a:t>two peaks (bimodal distribution)</a:t>
            </a:r>
            <a:r>
              <a:rPr lang="en-US" dirty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7632534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F4889-0F75-683B-7377-5EE4FE37E6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233E58-F394-02B2-20B9-F0CD862E559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Compute the histogram.</a:t>
            </a:r>
          </a:p>
          <a:p>
            <a:r>
              <a:rPr lang="en-US" dirty="0"/>
              <a:t>Divide pixels into two classes using threshold </a:t>
            </a:r>
            <a:r>
              <a:rPr lang="en-US" b="1" dirty="0"/>
              <a:t>T</a:t>
            </a:r>
            <a:r>
              <a:rPr lang="en-US" dirty="0"/>
              <a:t>.</a:t>
            </a:r>
          </a:p>
          <a:p>
            <a:r>
              <a:rPr lang="en-US" dirty="0"/>
              <a:t>Compute </a:t>
            </a:r>
            <a:r>
              <a:rPr lang="en-US" b="1" dirty="0"/>
              <a:t>between-class variance</a:t>
            </a:r>
            <a:r>
              <a:rPr lang="en-US" dirty="0"/>
              <a:t>.</a:t>
            </a:r>
          </a:p>
          <a:p>
            <a:r>
              <a:rPr lang="en-US" dirty="0"/>
              <a:t>Select </a:t>
            </a:r>
            <a:r>
              <a:rPr lang="en-US" b="1" dirty="0"/>
              <a:t>T that maximizes variance</a:t>
            </a:r>
            <a:r>
              <a:rPr lang="en-US" dirty="0"/>
              <a:t>.</a:t>
            </a:r>
          </a:p>
          <a:p>
            <a:endParaRPr lang="en-IN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CECE8C8-7766-6989-4042-50729A81C72E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Advantages</a:t>
            </a:r>
          </a:p>
          <a:p>
            <a:r>
              <a:rPr lang="en-US" dirty="0"/>
              <a:t>Fully automatic</a:t>
            </a:r>
          </a:p>
          <a:p>
            <a:r>
              <a:rPr lang="en-US" dirty="0"/>
              <a:t>Good for bimodal histograms</a:t>
            </a:r>
          </a:p>
          <a:p>
            <a:r>
              <a:rPr lang="en-US" dirty="0"/>
              <a:t>Widely used in practice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789791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7C425-697D-C47A-3875-86404175A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Dynamic Thresholding (Adaptive Thresholding)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D99D0A-E7F3-9D3F-2B00-355F6E48BC4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524000" y="1825625"/>
            <a:ext cx="9396536" cy="4270375"/>
          </a:xfrm>
        </p:spPr>
        <p:txBody>
          <a:bodyPr>
            <a:normAutofit/>
          </a:bodyPr>
          <a:lstStyle/>
          <a:p>
            <a:r>
              <a:rPr lang="en-US" dirty="0"/>
              <a:t>Dynamic thresholding uses </a:t>
            </a:r>
            <a:r>
              <a:rPr lang="en-US" b="1" dirty="0"/>
              <a:t>different threshold values for different regions of the image</a:t>
            </a:r>
            <a:r>
              <a:rPr lang="en-US" dirty="0"/>
              <a:t>.</a:t>
            </a:r>
          </a:p>
          <a:p>
            <a:r>
              <a:rPr lang="en-US" dirty="0"/>
              <a:t>It is also called:</a:t>
            </a:r>
          </a:p>
          <a:p>
            <a:r>
              <a:rPr lang="en-US" b="1" dirty="0"/>
              <a:t>Adaptive Thresholding</a:t>
            </a:r>
            <a:r>
              <a:rPr lang="en-US" dirty="0"/>
              <a:t> or </a:t>
            </a:r>
            <a:r>
              <a:rPr lang="en-US" b="1" dirty="0"/>
              <a:t>Local Thresholding</a:t>
            </a:r>
            <a:r>
              <a:rPr lang="en-US" dirty="0"/>
              <a:t>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80409156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8D976-5086-D2BF-6825-295F227AA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Mathematical representation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2B5F8E-24F7-750E-2E5C-E1D94D5F874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b="1" dirty="0"/>
                  <a:t>Mathematical Representation</a:t>
                </a:r>
              </a:p>
              <a:p>
                <a:endParaRPr lang="en-IN" b="1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/>
                        <m:t>𝑔</m:t>
                      </m:r>
                      <m:d>
                        <m:dPr>
                          <m:sepChr m:val=","/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𝑥</m:t>
                          </m:r>
                        </m:e>
                        <m:e>
                          <m:r>
                            <a:rPr lang="ar-AE" i="1"/>
                            <m:t>𝑦</m:t>
                          </m:r>
                        </m:e>
                      </m:d>
                      <m:r>
                        <a:rPr lang="ar-AE"/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ar-AE" i="1"/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/>
                              </m:ctrlPr>
                            </m:mPr>
                            <m:mr>
                              <m:e>
                                <m:r>
                                  <a:rPr lang="ar-AE"/>
                                  <m:t>1</m:t>
                                </m:r>
                              </m:e>
                              <m:e>
                                <m:r>
                                  <a:rPr lang="ar-AE" i="1"/>
                                  <m:t>𝑓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ar-AE" i="1"/>
                                    </m:ctrlPr>
                                  </m:dPr>
                                  <m:e>
                                    <m:r>
                                      <a:rPr lang="ar-AE" i="1"/>
                                      <m:t>𝑥</m:t>
                                    </m:r>
                                  </m:e>
                                  <m:e>
                                    <m:r>
                                      <a:rPr lang="ar-AE" i="1"/>
                                      <m:t>𝑦</m:t>
                                    </m:r>
                                  </m:e>
                                </m:d>
                                <m:r>
                                  <a:rPr lang="ar-AE"/>
                                  <m:t>≥</m:t>
                                </m:r>
                                <m:r>
                                  <a:rPr lang="ar-AE" i="1"/>
                                  <m:t>𝑇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ar-AE" i="1"/>
                                    </m:ctrlPr>
                                  </m:dPr>
                                  <m:e>
                                    <m:r>
                                      <a:rPr lang="ar-AE" i="1"/>
                                      <m:t>𝑥</m:t>
                                    </m:r>
                                  </m:e>
                                  <m:e>
                                    <m:r>
                                      <a:rPr lang="ar-AE" i="1"/>
                                      <m:t>𝑦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ar-AE"/>
                                  <m:t>0</m:t>
                                </m:r>
                              </m:e>
                              <m:e>
                                <m:r>
                                  <a:rPr lang="ar-AE" i="1"/>
                                  <m:t>𝑓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ar-AE" i="1"/>
                                    </m:ctrlPr>
                                  </m:dPr>
                                  <m:e>
                                    <m:r>
                                      <a:rPr lang="ar-AE" i="1"/>
                                      <m:t>𝑥</m:t>
                                    </m:r>
                                  </m:e>
                                  <m:e>
                                    <m:r>
                                      <a:rPr lang="ar-AE" i="1"/>
                                      <m:t>𝑦</m:t>
                                    </m:r>
                                  </m:e>
                                </m:d>
                                <m:r>
                                  <a:rPr lang="ar-AE"/>
                                  <m:t>&lt;</m:t>
                                </m:r>
                                <m:r>
                                  <a:rPr lang="ar-AE" i="1"/>
                                  <m:t>𝑇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ar-AE" i="1"/>
                                    </m:ctrlPr>
                                  </m:dPr>
                                  <m:e>
                                    <m:r>
                                      <a:rPr lang="ar-AE" i="1"/>
                                      <m:t>𝑥</m:t>
                                    </m:r>
                                  </m:e>
                                  <m:e>
                                    <m:r>
                                      <a:rPr lang="ar-AE" i="1"/>
                                      <m:t>𝑦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r>
                  <a:rPr lang="en-IN" dirty="0"/>
                  <a:t>Where</a:t>
                </a:r>
              </a:p>
              <a:p>
                <a14:m>
                  <m:oMath xmlns:m="http://schemas.openxmlformats.org/officeDocument/2006/math">
                    <m:r>
                      <a:rPr lang="en-IN" i="1"/>
                      <m:t>𝑇</m:t>
                    </m:r>
                    <m:d>
                      <m:dPr>
                        <m:sepChr m:val=","/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𝑥</m:t>
                        </m:r>
                      </m:e>
                      <m:e>
                        <m:r>
                          <a:rPr lang="ar-AE" i="1"/>
                          <m:t>𝑦</m:t>
                        </m:r>
                      </m:e>
                    </m:d>
                  </m:oMath>
                </a14:m>
                <a:r>
                  <a:rPr lang="ar-AE" dirty="0"/>
                  <a:t>= </a:t>
                </a:r>
                <a:r>
                  <a:rPr lang="en-IN" dirty="0"/>
                  <a:t>local threshold depending on </a:t>
                </a:r>
                <a:r>
                  <a:rPr lang="en-IN" dirty="0" err="1"/>
                  <a:t>neighborhood</a:t>
                </a:r>
                <a:r>
                  <a:rPr lang="en-IN" dirty="0"/>
                  <a:t>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32B5F8E-24F7-750E-2E5C-E1D94D5F874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00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974315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BE6F17-A4DA-BCB2-E763-321FFE5FE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Working Principle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29A1FF-60BB-F555-8B7B-4AFD7795256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IN" b="1" dirty="0"/>
                  <a:t>Mathematical Representation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N" i="1"/>
                        <m:t>𝑔</m:t>
                      </m:r>
                      <m:d>
                        <m:dPr>
                          <m:sepChr m:val=","/>
                          <m:ctrlPr>
                            <a:rPr lang="ar-AE" i="1"/>
                          </m:ctrlPr>
                        </m:dPr>
                        <m:e>
                          <m:r>
                            <a:rPr lang="ar-AE" i="1"/>
                            <m:t>𝑥</m:t>
                          </m:r>
                        </m:e>
                        <m:e>
                          <m:r>
                            <a:rPr lang="ar-AE" i="1"/>
                            <m:t>𝑦</m:t>
                          </m:r>
                        </m:e>
                      </m:d>
                      <m:r>
                        <a:rPr lang="ar-AE"/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ar-AE" i="1"/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ar-AE" i="1"/>
                              </m:ctrlPr>
                            </m:mPr>
                            <m:mr>
                              <m:e>
                                <m:r>
                                  <a:rPr lang="ar-AE"/>
                                  <m:t>1</m:t>
                                </m:r>
                              </m:e>
                              <m:e>
                                <m:r>
                                  <a:rPr lang="ar-AE" i="1"/>
                                  <m:t>𝑓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ar-AE" i="1"/>
                                    </m:ctrlPr>
                                  </m:dPr>
                                  <m:e>
                                    <m:r>
                                      <a:rPr lang="ar-AE" i="1"/>
                                      <m:t>𝑥</m:t>
                                    </m:r>
                                  </m:e>
                                  <m:e>
                                    <m:r>
                                      <a:rPr lang="ar-AE" i="1"/>
                                      <m:t>𝑦</m:t>
                                    </m:r>
                                  </m:e>
                                </m:d>
                                <m:r>
                                  <a:rPr lang="ar-AE"/>
                                  <m:t>≥</m:t>
                                </m:r>
                                <m:r>
                                  <a:rPr lang="ar-AE" i="1"/>
                                  <m:t>𝑇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ar-AE" i="1"/>
                                    </m:ctrlPr>
                                  </m:dPr>
                                  <m:e>
                                    <m:r>
                                      <a:rPr lang="ar-AE" i="1"/>
                                      <m:t>𝑥</m:t>
                                    </m:r>
                                  </m:e>
                                  <m:e>
                                    <m:r>
                                      <a:rPr lang="ar-AE" i="1"/>
                                      <m:t>𝑦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r>
                                  <a:rPr lang="ar-AE"/>
                                  <m:t>0</m:t>
                                </m:r>
                              </m:e>
                              <m:e>
                                <m:r>
                                  <a:rPr lang="ar-AE" i="1"/>
                                  <m:t>𝑓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ar-AE" i="1"/>
                                    </m:ctrlPr>
                                  </m:dPr>
                                  <m:e>
                                    <m:r>
                                      <a:rPr lang="ar-AE" i="1"/>
                                      <m:t>𝑥</m:t>
                                    </m:r>
                                  </m:e>
                                  <m:e>
                                    <m:r>
                                      <a:rPr lang="ar-AE" i="1"/>
                                      <m:t>𝑦</m:t>
                                    </m:r>
                                  </m:e>
                                </m:d>
                                <m:r>
                                  <a:rPr lang="ar-AE"/>
                                  <m:t>&lt;</m:t>
                                </m:r>
                                <m:r>
                                  <a:rPr lang="ar-AE" i="1"/>
                                  <m:t>𝑇</m:t>
                                </m:r>
                                <m:d>
                                  <m:dPr>
                                    <m:sepChr m:val=","/>
                                    <m:ctrlPr>
                                      <a:rPr lang="ar-AE" i="1"/>
                                    </m:ctrlPr>
                                  </m:dPr>
                                  <m:e>
                                    <m:r>
                                      <a:rPr lang="ar-AE" i="1"/>
                                      <m:t>𝑥</m:t>
                                    </m:r>
                                  </m:e>
                                  <m:e>
                                    <m:r>
                                      <a:rPr lang="ar-AE" i="1"/>
                                      <m:t>𝑦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ar-AE" dirty="0"/>
              </a:p>
              <a:p>
                <a:pPr marL="0" indent="0">
                  <a:buNone/>
                </a:pPr>
                <a:r>
                  <a:rPr lang="en-IN" dirty="0"/>
                  <a:t>Where</a:t>
                </a:r>
              </a:p>
              <a:p>
                <a14:m>
                  <m:oMath xmlns:m="http://schemas.openxmlformats.org/officeDocument/2006/math">
                    <m:r>
                      <a:rPr lang="en-IN" i="1"/>
                      <m:t>𝑇</m:t>
                    </m:r>
                    <m:d>
                      <m:dPr>
                        <m:sepChr m:val=","/>
                        <m:ctrlPr>
                          <a:rPr lang="ar-AE" i="1"/>
                        </m:ctrlPr>
                      </m:dPr>
                      <m:e>
                        <m:r>
                          <a:rPr lang="ar-AE" i="1"/>
                          <m:t>𝑥</m:t>
                        </m:r>
                      </m:e>
                      <m:e>
                        <m:r>
                          <a:rPr lang="ar-AE" i="1"/>
                          <m:t>𝑦</m:t>
                        </m:r>
                      </m:e>
                    </m:d>
                  </m:oMath>
                </a14:m>
                <a:r>
                  <a:rPr lang="ar-AE" dirty="0"/>
                  <a:t>= </a:t>
                </a:r>
                <a:r>
                  <a:rPr lang="en-IN" dirty="0"/>
                  <a:t>local threshold depending on </a:t>
                </a:r>
                <a:r>
                  <a:rPr lang="en-IN" dirty="0" err="1"/>
                  <a:t>neighborhood</a:t>
                </a:r>
                <a:r>
                  <a:rPr lang="en-IN" dirty="0"/>
                  <a:t>.</a:t>
                </a:r>
              </a:p>
              <a:p>
                <a:endParaRPr lang="en-IN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A29A1FF-60BB-F555-8B7B-4AFD7795256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67" t="-1429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678488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31B68-E6C1-5CEA-11CB-1706B87FD8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5768F4-E98D-2722-39ED-0D2CC9B0A4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b="1" dirty="0"/>
              <a:t>Advantages</a:t>
            </a:r>
          </a:p>
          <a:p>
            <a:r>
              <a:rPr lang="en-US" dirty="0"/>
              <a:t>Works well for </a:t>
            </a:r>
            <a:r>
              <a:rPr lang="en-US" b="1" dirty="0"/>
              <a:t>uneven illumination</a:t>
            </a:r>
            <a:endParaRPr lang="en-US" dirty="0"/>
          </a:p>
          <a:p>
            <a:r>
              <a:rPr lang="en-US" dirty="0"/>
              <a:t>Better segmentation in complex images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b="1" dirty="0"/>
              <a:t>Disadvantages</a:t>
            </a:r>
          </a:p>
          <a:p>
            <a:r>
              <a:rPr lang="en-US" dirty="0"/>
              <a:t>Higher computational cost</a:t>
            </a:r>
          </a:p>
          <a:p>
            <a:r>
              <a:rPr lang="en-US" dirty="0"/>
              <a:t>More complex implementation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124084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E852B-B2C2-A684-35AD-77A29E8E1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/>
              <a:t>Comparison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57F81687-8139-447D-B154-6CDD26CEBD0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48672395"/>
              </p:ext>
            </p:extLst>
          </p:nvPr>
        </p:nvGraphicFramePr>
        <p:xfrm>
          <a:off x="1847528" y="2636912"/>
          <a:ext cx="9144000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3048000">
                  <a:extLst>
                    <a:ext uri="{9D8B030D-6E8A-4147-A177-3AD203B41FA5}">
                      <a16:colId xmlns:a16="http://schemas.microsoft.com/office/drawing/2014/main" val="726382277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47734093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25082100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Method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Threshold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Suitable For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568613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Thresholding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Fixed value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Simple images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3061028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Global Thresholding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One value for whole image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Uniform illumination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314913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Automatic Threshold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Computed automatically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General images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66484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Dynamic Thresholding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Local threshold values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Uneven lighting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96056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11815201"/>
      </p:ext>
    </p:extLst>
  </p:cSld>
  <p:clrMapOvr>
    <a:masterClrMapping/>
  </p:clrMapOvr>
</p:sld>
</file>

<file path=ppt/theme/theme1.xml><?xml version="1.0" encoding="utf-8"?>
<a:theme xmlns:a="http://schemas.openxmlformats.org/drawingml/2006/main" name="Tech Computer 16x9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F02901026.potx" id="{FD85E87A-7813-4F67-9E59-69B5487A1910}" vid="{BDF94C36-3ACF-4CF1-939F-F4211E6D666F}"/>
    </a:ext>
  </a:extLst>
</a:theme>
</file>

<file path=ppt/theme/theme2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TechComputer">
      <a:dk1>
        <a:srgbClr val="000000"/>
      </a:dk1>
      <a:lt1>
        <a:sysClr val="window" lastClr="FFFFFF"/>
      </a:lt1>
      <a:dk2>
        <a:srgbClr val="4D4D4D"/>
      </a:dk2>
      <a:lt2>
        <a:srgbClr val="DDDDDD"/>
      </a:lt2>
      <a:accent1>
        <a:srgbClr val="92D050"/>
      </a:accent1>
      <a:accent2>
        <a:srgbClr val="F7C331"/>
      </a:accent2>
      <a:accent3>
        <a:srgbClr val="47B8C7"/>
      </a:accent3>
      <a:accent4>
        <a:srgbClr val="B074BA"/>
      </a:accent4>
      <a:accent5>
        <a:srgbClr val="F34D47"/>
      </a:accent5>
      <a:accent6>
        <a:srgbClr val="FA8F30"/>
      </a:accent6>
      <a:hlink>
        <a:srgbClr val="47B8C7"/>
      </a:hlink>
      <a:folHlink>
        <a:srgbClr val="969696"/>
      </a:folHlink>
    </a:clrScheme>
    <a:fontScheme name="Consolas-Candara">
      <a:majorFont>
        <a:latin typeface="Consolas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ndara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Business technology circuit board design presentation (widescreen)</Template>
  <TotalTime>3101</TotalTime>
  <Words>1052</Words>
  <Application>Microsoft Office PowerPoint</Application>
  <PresentationFormat>Widescreen</PresentationFormat>
  <Paragraphs>239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5" baseType="lpstr">
      <vt:lpstr>Arial</vt:lpstr>
      <vt:lpstr>Candara</vt:lpstr>
      <vt:lpstr>Consolas</vt:lpstr>
      <vt:lpstr>Tech Computer 16x9</vt:lpstr>
      <vt:lpstr>Computer Vision – Module 3</vt:lpstr>
      <vt:lpstr>Interpolation</vt:lpstr>
      <vt:lpstr>Nearest Neighbour Interpolation</vt:lpstr>
      <vt:lpstr>Mathematical representation</vt:lpstr>
      <vt:lpstr>Working Principle</vt:lpstr>
      <vt:lpstr>Applications</vt:lpstr>
      <vt:lpstr>Bilinear Interpolation</vt:lpstr>
      <vt:lpstr>Working Principle</vt:lpstr>
      <vt:lpstr>Characteristics</vt:lpstr>
      <vt:lpstr>Applications</vt:lpstr>
      <vt:lpstr>Bicubic Interpolation</vt:lpstr>
      <vt:lpstr>Mathematical representation</vt:lpstr>
      <vt:lpstr>Working Principle</vt:lpstr>
      <vt:lpstr>PowerPoint Presentation</vt:lpstr>
      <vt:lpstr>PowerPoint Presentation</vt:lpstr>
      <vt:lpstr>Comparison</vt:lpstr>
      <vt:lpstr>Key Differences</vt:lpstr>
      <vt:lpstr>Image Segmentation</vt:lpstr>
      <vt:lpstr>Mathematical Representation</vt:lpstr>
      <vt:lpstr>Thresholding</vt:lpstr>
      <vt:lpstr>Mathematical Representation</vt:lpstr>
      <vt:lpstr>Working Principle</vt:lpstr>
      <vt:lpstr>Global Thresholding</vt:lpstr>
      <vt:lpstr>Steps</vt:lpstr>
      <vt:lpstr>Automatic Threshold selection</vt:lpstr>
      <vt:lpstr>Steps</vt:lpstr>
      <vt:lpstr>Dynamic Thresholding (Adaptive Thresholding)</vt:lpstr>
      <vt:lpstr>Mathematical representation</vt:lpstr>
      <vt:lpstr>Working Principle</vt:lpstr>
      <vt:lpstr>PowerPoint Presentation</vt:lpstr>
      <vt:lpstr>Comparison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Sreejith Rajan</dc:creator>
  <cp:lastModifiedBy>Sreejith Rajan</cp:lastModifiedBy>
  <cp:revision>49</cp:revision>
  <dcterms:created xsi:type="dcterms:W3CDTF">2026-01-28T09:27:21Z</dcterms:created>
  <dcterms:modified xsi:type="dcterms:W3CDTF">2026-03-12T04:13:18Z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nternalTags">
    <vt:lpwstr/>
  </property>
  <property fmtid="{D5CDD505-2E9C-101B-9397-08002B2CF9AE}" pid="3" name="ContentTypeId">
    <vt:lpwstr>0x0101006EDDDB5EE6D98C44930B742096920B300400F5B6D36B3EF94B4E9A635CDF2A18F5B8</vt:lpwstr>
  </property>
  <property fmtid="{D5CDD505-2E9C-101B-9397-08002B2CF9AE}" pid="4" name="FeatureTags">
    <vt:lpwstr/>
  </property>
  <property fmtid="{D5CDD505-2E9C-101B-9397-08002B2CF9AE}" pid="5" name="LocalizationTags">
    <vt:lpwstr/>
  </property>
  <property fmtid="{D5CDD505-2E9C-101B-9397-08002B2CF9AE}" pid="6" name="ScenarioTags">
    <vt:lpwstr/>
  </property>
  <property fmtid="{D5CDD505-2E9C-101B-9397-08002B2CF9AE}" pid="7" name="CampaignTags">
    <vt:lpwstr/>
  </property>
</Properties>
</file>